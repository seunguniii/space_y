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02B25-22CC-99DF-3156-5D1D0FE0F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9F384A-E658-3ABF-6EFE-F1E4D1375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203C79-993A-8853-A543-F9E3BB63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90D85-E495-6332-FA98-7D3605FF7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8432F-EA68-FCF1-3D82-5ABF3F90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48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89419-3692-EB95-B47A-DD661CBD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F8049-6CAE-59AA-7AC9-FA995561B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CBF52-4385-FB5B-7D32-7BFBC835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A2201-034A-6F8D-1F90-1DA7F62A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B2EBA-281C-0015-31E8-AF18A6D8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28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442B4-FA21-0DE9-0866-447B1E41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848932-BED4-506D-12EC-E45140629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96751-6E6F-66BE-F501-258BB557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DA4FD-B385-B931-EBFB-457CE276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630CC-6D21-AB80-F9B5-0F4648BA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88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C725B-AE7E-4246-B7C4-6A8200FF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90EF0-6326-3FA4-C17D-E008F832F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9C037-D9F2-D41D-A5A0-7C9FBC49D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87611F-5B1C-421F-E6E0-4A7AD971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C4DFFE-CF41-B856-7B28-44573CC7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11F029-A2DF-DFFC-CFC4-98467CE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2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CC958-A74B-BB62-901A-394D7B731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20407D-53E7-8C4C-F5EF-98A94969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22622D-08D5-93EA-9030-F6C36FE38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2FE3DB-B5B8-BCBD-4020-6E7E8CA21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2A3945-DE6D-E4A4-6F99-FBD57FD20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401161-222F-D591-09A9-97A6C2D6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F2A76F-0E20-61BF-8BFB-6D993448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E7593B-5BCE-36BE-8659-0556A466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99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49520-EAA7-3FF8-6FF6-D77F40FA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8081A0-FA90-A950-EE48-74970FF4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92ADD6-3CCF-E981-B997-C67F6A2B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2462B6-1744-A1A1-4CA1-310BD17E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3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D32280-C3F6-14C4-772C-DFDCFA0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159634-F9E7-9E26-F851-991050BD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B95617-85A1-BAD7-B3B9-38F3A966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97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305BE-5294-E140-E704-C21A4A99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E2117A-8427-98D9-8FC2-598F7829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986F87-A75A-4C1D-2247-228E2F017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AE20AB-95E4-4F05-D9B9-FD9BAB4C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3BC9B3-095A-8D2F-D897-1D6DB0B1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4E37CB-4560-B7EE-146E-9BC890EA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5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CB144-1855-5A50-BBF2-990A9462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A8E21B-02FC-808F-0C8F-C72C2BBF8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928BAD-4C52-48B5-E3F8-C399B8E18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2A9524-2286-A201-76B6-63B4D52F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4408F-DE1C-2F4A-3F86-034FC90F3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682E3F-9171-8CA1-782F-5D227A37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16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755D0-2F8A-C781-48BF-6F841D2C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997A27-507F-AFC3-B6A5-32D039382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C8DB04-6B36-DFD5-761C-E72CADA1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D3028-1E3C-6708-AE1E-17F409F8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A6DA30-64B3-AA25-0AD7-91A9EB66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39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27B2E8-6CF8-7553-C720-7426F262C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0172CA-ADEE-35FD-32DF-56AFA752D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F55C0-8F85-AEAF-74DA-B7881FF7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4F563-34DC-859C-8D15-015DAF3F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552AF6-DA1F-5DCB-A2C9-3C58593E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77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AAC388-C90F-E5A8-D9E3-EEBB21FD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2EC09-CB9B-C46C-622D-D609ABF8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2692C-CFE8-FCCA-0AA5-27CC921BE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4E2A2-2FF6-4E26-9F2C-BE8F47A7E092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C7F3AE-1F69-63A5-E10C-D0EBC4060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39916-C828-34B3-EF3A-F2058A073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3FFF0-B93A-4BBB-B7F2-0C82523A5E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57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Q24NtnaLl8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x4.io/main/en/config_mc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FB431-3C88-9436-272C-E66A8E6443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Px4</a:t>
            </a:r>
            <a:r>
              <a:rPr lang="ko-KR" altLang="en-US" dirty="0"/>
              <a:t> 기초 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D418D0-7B6A-6EC3-0A0B-742BC8D69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이준호</a:t>
            </a:r>
          </a:p>
        </p:txBody>
      </p:sp>
    </p:spTree>
    <p:extLst>
      <p:ext uri="{BB962C8B-B14F-4D97-AF65-F5344CB8AC3E}">
        <p14:creationId xmlns:p14="http://schemas.microsoft.com/office/powerpoint/2010/main" val="122350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0FFE0-072A-1651-9539-DC27CBB3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Drone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701DF9-563C-88E8-F3B8-72C1C771B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멀티콥터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우리가 </a:t>
            </a:r>
            <a:r>
              <a:rPr lang="ko-KR" altLang="en-US" dirty="0" err="1"/>
              <a:t>알고있는</a:t>
            </a:r>
            <a:r>
              <a:rPr lang="ko-KR" altLang="en-US" dirty="0"/>
              <a:t> 그 </a:t>
            </a:r>
            <a:r>
              <a:rPr lang="ko-KR" altLang="en-US" b="1" dirty="0" err="1"/>
              <a:t>드론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Airplane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고정익</a:t>
            </a:r>
            <a:r>
              <a:rPr lang="en-US" altLang="ko-KR" dirty="0"/>
              <a:t>) -&gt; </a:t>
            </a:r>
            <a:r>
              <a:rPr lang="ko-KR" altLang="en-US" dirty="0"/>
              <a:t>비행기</a:t>
            </a:r>
            <a:r>
              <a:rPr lang="en-US" altLang="ko-KR" dirty="0"/>
              <a:t>. </a:t>
            </a:r>
            <a:r>
              <a:rPr lang="ko-KR" altLang="en-US" dirty="0"/>
              <a:t>고정익으로 나는 무인기</a:t>
            </a:r>
            <a:endParaRPr lang="en-US" altLang="ko-KR" dirty="0"/>
          </a:p>
          <a:p>
            <a:pPr lvl="1"/>
            <a:r>
              <a:rPr lang="ko-KR" altLang="en-US" dirty="0" err="1"/>
              <a:t>멀티콥터보다</a:t>
            </a:r>
            <a:r>
              <a:rPr lang="ko-KR" altLang="en-US" dirty="0"/>
              <a:t> 더 오래</a:t>
            </a:r>
            <a:r>
              <a:rPr lang="en-US" altLang="ko-KR" dirty="0"/>
              <a:t>, </a:t>
            </a:r>
            <a:r>
              <a:rPr lang="ko-KR" altLang="en-US" dirty="0"/>
              <a:t>더 빠르게 비행 가능</a:t>
            </a:r>
            <a:endParaRPr lang="en-US" altLang="ko-KR" dirty="0"/>
          </a:p>
          <a:p>
            <a:pPr lvl="1"/>
            <a:r>
              <a:rPr lang="ko-KR" altLang="en-US" dirty="0"/>
              <a:t>조종과 착륙이 비교적 어려움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VTOL -&gt; </a:t>
            </a:r>
            <a:r>
              <a:rPr lang="ko-KR" altLang="en-US" dirty="0" err="1"/>
              <a:t>멀티콥터</a:t>
            </a:r>
            <a:r>
              <a:rPr lang="ko-KR" altLang="en-US" dirty="0"/>
              <a:t> </a:t>
            </a:r>
            <a:r>
              <a:rPr lang="en-US" altLang="ko-KR" dirty="0"/>
              <a:t>+ Airplane</a:t>
            </a:r>
          </a:p>
          <a:p>
            <a:pPr lvl="1"/>
            <a:r>
              <a:rPr lang="ko-KR" altLang="en-US" dirty="0"/>
              <a:t>수직 이착륙</a:t>
            </a:r>
            <a:r>
              <a:rPr lang="en-US" altLang="ko-KR" dirty="0"/>
              <a:t>, </a:t>
            </a:r>
            <a:r>
              <a:rPr lang="ko-KR" altLang="en-US" dirty="0" err="1"/>
              <a:t>호버링</a:t>
            </a:r>
            <a:r>
              <a:rPr lang="ko-KR" altLang="en-US" dirty="0"/>
              <a:t> 가능</a:t>
            </a:r>
            <a:endParaRPr lang="en-US" altLang="ko-KR" dirty="0"/>
          </a:p>
          <a:p>
            <a:pPr lvl="1"/>
            <a:r>
              <a:rPr lang="en-US" altLang="ko-KR" dirty="0" err="1"/>
              <a:t>multicopter</a:t>
            </a:r>
            <a:r>
              <a:rPr lang="ko-KR" altLang="en-US" dirty="0"/>
              <a:t> </a:t>
            </a:r>
            <a:r>
              <a:rPr lang="en-US" altLang="ko-KR" dirty="0"/>
              <a:t>-&gt; Fixed wing</a:t>
            </a:r>
            <a:r>
              <a:rPr lang="ko-KR" altLang="en-US" dirty="0"/>
              <a:t> 비행으로 전환 </a:t>
            </a:r>
            <a:r>
              <a:rPr lang="en-US" altLang="ko-KR" dirty="0"/>
              <a:t>(</a:t>
            </a:r>
            <a:r>
              <a:rPr lang="ko-KR" altLang="en-US" dirty="0">
                <a:solidFill>
                  <a:srgbClr val="FF0000"/>
                </a:solidFill>
              </a:rPr>
              <a:t>천이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Fixed</a:t>
            </a:r>
            <a:r>
              <a:rPr lang="ko-KR" altLang="en-US" dirty="0"/>
              <a:t> </a:t>
            </a:r>
            <a:r>
              <a:rPr lang="en-US" altLang="ko-KR" dirty="0"/>
              <a:t>wing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 err="1"/>
              <a:t>Multicopter</a:t>
            </a:r>
            <a:r>
              <a:rPr lang="ko-KR" altLang="en-US" dirty="0"/>
              <a:t> 로 전환 </a:t>
            </a:r>
            <a:r>
              <a:rPr lang="en-US" altLang="ko-KR" dirty="0"/>
              <a:t>(</a:t>
            </a:r>
            <a:r>
              <a:rPr lang="ko-KR" altLang="en-US" dirty="0">
                <a:solidFill>
                  <a:srgbClr val="FF0000"/>
                </a:solidFill>
              </a:rPr>
              <a:t>역천이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1026" name="Picture 2" descr="Airmobi V25 완전 전기 VTOL 드론 - 3kg에서 2시간 - Airmobi UAV">
            <a:extLst>
              <a:ext uri="{FF2B5EF4-FFF2-40B4-BE49-F238E27FC236}">
                <a16:creationId xmlns:a16="http://schemas.microsoft.com/office/drawing/2014/main" id="{CFCF0B91-18F8-3F2E-B994-3B42FEA3C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644" y="3372803"/>
            <a:ext cx="280416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61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CE9B0-98A2-D246-DAA6-59BC1CB0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Roll, Pitch, Yaw</a:t>
            </a:r>
            <a:endParaRPr lang="ko-KR" altLang="en-US" dirty="0"/>
          </a:p>
        </p:txBody>
      </p:sp>
      <p:pic>
        <p:nvPicPr>
          <p:cNvPr id="4" name="온라인 미디어 3" title="Airplane control - Roll, Pitch, Yaw">
            <a:hlinkClick r:id="" action="ppaction://media"/>
            <a:extLst>
              <a:ext uri="{FF2B5EF4-FFF2-40B4-BE49-F238E27FC236}">
                <a16:creationId xmlns:a16="http://schemas.microsoft.com/office/drawing/2014/main" id="{F15DD4CF-D187-43CA-DB05-0DD216DFF74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60153" y="1800688"/>
            <a:ext cx="77073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1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31004-7850-668D-9CDE-BEC85B26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PX4 Autopilot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CBEF7-0D8E-DB7C-18BA-C3052817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드론의</a:t>
            </a:r>
            <a:r>
              <a:rPr lang="ko-KR" altLang="en-US" dirty="0"/>
              <a:t> 두뇌 </a:t>
            </a:r>
            <a:r>
              <a:rPr lang="en-US" altLang="ko-KR" dirty="0"/>
              <a:t>-&gt; </a:t>
            </a:r>
            <a:r>
              <a:rPr lang="ko-KR" altLang="en-US" dirty="0"/>
              <a:t>예</a:t>
            </a:r>
            <a:r>
              <a:rPr lang="en-US" altLang="ko-KR" dirty="0"/>
              <a:t>) waypoint A</a:t>
            </a:r>
            <a:r>
              <a:rPr lang="ko-KR" altLang="en-US" dirty="0"/>
              <a:t>에서 </a:t>
            </a:r>
            <a:r>
              <a:rPr lang="en-US" altLang="ko-KR" dirty="0"/>
              <a:t>waypoint B</a:t>
            </a:r>
            <a:r>
              <a:rPr lang="ko-KR" altLang="en-US" dirty="0"/>
              <a:t>로 가려면 어떤 </a:t>
            </a:r>
            <a:r>
              <a:rPr lang="en-US" altLang="ko-KR" dirty="0"/>
              <a:t>roll/pitch/yaw</a:t>
            </a:r>
            <a:r>
              <a:rPr lang="ko-KR" altLang="en-US" dirty="0"/>
              <a:t>를 구현해야 할까</a:t>
            </a:r>
            <a:r>
              <a:rPr lang="en-US" altLang="ko-KR" dirty="0"/>
              <a:t>? -&gt; roll, pitch, yaw</a:t>
            </a:r>
            <a:r>
              <a:rPr lang="ko-KR" altLang="en-US" dirty="0"/>
              <a:t>를 구현하기 위해서 몇 번 모터를 몇 </a:t>
            </a:r>
            <a:r>
              <a:rPr lang="en-US" altLang="ko-KR" dirty="0"/>
              <a:t>rpm</a:t>
            </a:r>
            <a:r>
              <a:rPr lang="ko-KR" altLang="en-US" dirty="0"/>
              <a:t>으로 구동해야 할까</a:t>
            </a:r>
            <a:r>
              <a:rPr lang="en-US" altLang="ko-KR" dirty="0"/>
              <a:t>? </a:t>
            </a:r>
            <a:r>
              <a:rPr lang="ko-KR" altLang="en-US" dirty="0"/>
              <a:t>를 계산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드론</a:t>
            </a:r>
            <a:r>
              <a:rPr lang="ko-KR" altLang="en-US" dirty="0"/>
              <a:t> 시스템</a:t>
            </a:r>
            <a:r>
              <a:rPr lang="en-US" altLang="ko-KR" dirty="0"/>
              <a:t>: RTOS(</a:t>
            </a:r>
            <a:r>
              <a:rPr lang="ko-KR" altLang="en-US" dirty="0"/>
              <a:t>실시간 운영체제</a:t>
            </a:r>
            <a:r>
              <a:rPr lang="en-US" altLang="ko-KR" dirty="0"/>
              <a:t>)</a:t>
            </a:r>
            <a:r>
              <a:rPr lang="ko-KR" altLang="en-US" dirty="0"/>
              <a:t>가 탑재된 비행 컨트롤러에서 </a:t>
            </a:r>
            <a:r>
              <a:rPr lang="en-US" altLang="ko-KR" dirty="0"/>
              <a:t>Flight Stack (</a:t>
            </a:r>
            <a:r>
              <a:rPr lang="ko-KR" altLang="en-US" dirty="0"/>
              <a:t>비행용 소프트웨어</a:t>
            </a:r>
            <a:r>
              <a:rPr lang="en-US" altLang="ko-KR" dirty="0"/>
              <a:t>)</a:t>
            </a:r>
            <a:r>
              <a:rPr lang="ko-KR" altLang="en-US" dirty="0"/>
              <a:t>를 실행하는 구조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PX4 Autopilot</a:t>
            </a:r>
            <a:r>
              <a:rPr lang="ko-KR" altLang="en-US" dirty="0"/>
              <a:t>은 </a:t>
            </a:r>
            <a:r>
              <a:rPr lang="en-US" altLang="ko-KR" dirty="0"/>
              <a:t>RTOS(</a:t>
            </a:r>
            <a:r>
              <a:rPr lang="ko-KR" altLang="en-US" dirty="0"/>
              <a:t>실시간 운영체제</a:t>
            </a:r>
            <a:r>
              <a:rPr lang="en-US" altLang="ko-KR" dirty="0"/>
              <a:t>) </a:t>
            </a:r>
            <a:r>
              <a:rPr lang="ko-KR" altLang="en-US" dirty="0"/>
              <a:t>위에서 구동되는 오픈소스 자율비행 소프트웨어 </a:t>
            </a:r>
            <a:r>
              <a:rPr lang="en-US" altLang="ko-KR" dirty="0"/>
              <a:t>(Flight Stack)</a:t>
            </a:r>
          </a:p>
        </p:txBody>
      </p:sp>
    </p:spTree>
    <p:extLst>
      <p:ext uri="{BB962C8B-B14F-4D97-AF65-F5344CB8AC3E}">
        <p14:creationId xmlns:p14="http://schemas.microsoft.com/office/powerpoint/2010/main" val="392347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CEEA5-270C-F01F-93F6-12BB2C49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Ground Control Stations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4D966-5363-E6DC-0D6F-BB795D9A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Ground Control Stations : PX4 </a:t>
            </a:r>
            <a:r>
              <a:rPr lang="ko-KR" altLang="en-US" dirty="0"/>
              <a:t>소프트웨어가 달려있는 </a:t>
            </a:r>
            <a:r>
              <a:rPr lang="ko-KR" altLang="en-US" dirty="0" err="1"/>
              <a:t>드론을</a:t>
            </a:r>
            <a:r>
              <a:rPr lang="ko-KR" altLang="en-US" dirty="0"/>
              <a:t> 지상에서 지시하는 역할을 하는 </a:t>
            </a:r>
            <a:r>
              <a:rPr lang="en-US" altLang="ko-KR" dirty="0"/>
              <a:t>station (</a:t>
            </a:r>
            <a:r>
              <a:rPr lang="ko-KR" altLang="en-US" dirty="0"/>
              <a:t>예</a:t>
            </a:r>
            <a:r>
              <a:rPr lang="en-US" altLang="ko-KR" dirty="0"/>
              <a:t>: waypoint A</a:t>
            </a:r>
            <a:r>
              <a:rPr lang="ko-KR" altLang="en-US" dirty="0"/>
              <a:t>에서 </a:t>
            </a:r>
            <a:r>
              <a:rPr lang="en-US" altLang="ko-KR" dirty="0"/>
              <a:t>B</a:t>
            </a:r>
            <a:r>
              <a:rPr lang="ko-KR" altLang="en-US" dirty="0"/>
              <a:t>로 가라고 </a:t>
            </a:r>
            <a:r>
              <a:rPr lang="ko-KR" altLang="en-US" dirty="0">
                <a:solidFill>
                  <a:srgbClr val="FF0000"/>
                </a:solidFill>
              </a:rPr>
              <a:t>지시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/>
              <a:t>호버링</a:t>
            </a:r>
            <a:r>
              <a:rPr lang="ko-KR" altLang="en-US" dirty="0"/>
              <a:t> 비행 </a:t>
            </a:r>
            <a:r>
              <a:rPr lang="ko-KR" altLang="en-US" dirty="0">
                <a:solidFill>
                  <a:srgbClr val="FF0000"/>
                </a:solidFill>
              </a:rPr>
              <a:t>지시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Ground Control </a:t>
            </a:r>
            <a:r>
              <a:rPr lang="en-US" altLang="ko-KR" dirty="0" err="1"/>
              <a:t>Staions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ko-KR" altLang="en-US" dirty="0" err="1"/>
              <a:t>드론</a:t>
            </a:r>
            <a:r>
              <a:rPr lang="en-US" altLang="ko-KR" dirty="0"/>
              <a:t>(PX4 </a:t>
            </a:r>
            <a:r>
              <a:rPr lang="ko-KR" altLang="en-US" dirty="0"/>
              <a:t>소프트웨어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telemetry radio</a:t>
            </a:r>
            <a:r>
              <a:rPr lang="ko-KR" altLang="en-US" dirty="0"/>
              <a:t>로 통신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지시 외에도 여러가지 </a:t>
            </a:r>
            <a:r>
              <a:rPr lang="en-US" altLang="ko-KR" dirty="0"/>
              <a:t>fail-safe </a:t>
            </a:r>
            <a:r>
              <a:rPr lang="ko-KR" altLang="en-US" dirty="0"/>
              <a:t>알고리즘</a:t>
            </a:r>
            <a:r>
              <a:rPr lang="en-US" altLang="ko-KR" dirty="0"/>
              <a:t>, </a:t>
            </a:r>
            <a:r>
              <a:rPr lang="ko-KR" altLang="en-US" dirty="0"/>
              <a:t>비행에 </a:t>
            </a:r>
            <a:r>
              <a:rPr lang="en-US" altLang="ko-KR" dirty="0"/>
              <a:t>critical</a:t>
            </a:r>
            <a:r>
              <a:rPr lang="ko-KR" altLang="en-US" dirty="0"/>
              <a:t>한 </a:t>
            </a:r>
            <a:r>
              <a:rPr lang="en-US" altLang="ko-KR" dirty="0"/>
              <a:t>parameter </a:t>
            </a:r>
            <a:r>
              <a:rPr lang="ko-KR" altLang="en-US" dirty="0"/>
              <a:t>조정</a:t>
            </a:r>
            <a:r>
              <a:rPr lang="en-US" altLang="ko-KR" dirty="0"/>
              <a:t>, </a:t>
            </a:r>
            <a:r>
              <a:rPr lang="ko-KR" altLang="en-US" dirty="0"/>
              <a:t>기체 상황 시현</a:t>
            </a:r>
            <a:r>
              <a:rPr lang="en-US" altLang="ko-KR" dirty="0"/>
              <a:t>(</a:t>
            </a:r>
            <a:r>
              <a:rPr lang="ko-KR" altLang="en-US" dirty="0"/>
              <a:t>배터리 잔량</a:t>
            </a:r>
            <a:r>
              <a:rPr lang="en-US" altLang="ko-KR" dirty="0"/>
              <a:t>, GPS</a:t>
            </a:r>
            <a:r>
              <a:rPr lang="ko-KR" altLang="en-US" dirty="0"/>
              <a:t> 감도 등등</a:t>
            </a:r>
            <a:r>
              <a:rPr lang="en-US" altLang="ko-KR" dirty="0"/>
              <a:t>..)(</a:t>
            </a:r>
            <a:r>
              <a:rPr lang="ko-KR" altLang="en-US" dirty="0"/>
              <a:t>예</a:t>
            </a:r>
            <a:r>
              <a:rPr lang="en-US" altLang="ko-KR" dirty="0"/>
              <a:t>: roll</a:t>
            </a:r>
            <a:r>
              <a:rPr lang="ko-KR" altLang="en-US" dirty="0"/>
              <a:t>의 </a:t>
            </a:r>
            <a:r>
              <a:rPr lang="en-US" altLang="ko-KR" dirty="0"/>
              <a:t>PID </a:t>
            </a:r>
            <a:r>
              <a:rPr lang="ko-KR" altLang="en-US" dirty="0"/>
              <a:t>값 등등</a:t>
            </a:r>
            <a:r>
              <a:rPr lang="en-US" altLang="ko-KR" dirty="0"/>
              <a:t>..)</a:t>
            </a:r>
          </a:p>
        </p:txBody>
      </p:sp>
      <p:pic>
        <p:nvPicPr>
          <p:cNvPr id="2050" name="Picture 2" descr="QGC Main Screen">
            <a:extLst>
              <a:ext uri="{FF2B5EF4-FFF2-40B4-BE49-F238E27FC236}">
                <a16:creationId xmlns:a16="http://schemas.microsoft.com/office/drawing/2014/main" id="{0122E2FC-73C7-AA30-4662-B89FDC010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4" y="478483"/>
            <a:ext cx="8692922" cy="590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91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4D68F-D8AF-2661-2AA2-73B8CCBB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E366F-808B-2E98-FAD9-F01AC970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비행 </a:t>
            </a:r>
            <a:r>
              <a:rPr lang="ko-KR" altLang="en-US" dirty="0" err="1"/>
              <a:t>콘트롤러</a:t>
            </a:r>
            <a:r>
              <a:rPr lang="ko-KR" altLang="en-US" dirty="0"/>
              <a:t> </a:t>
            </a:r>
            <a:r>
              <a:rPr lang="en-US" altLang="ko-KR" dirty="0"/>
              <a:t>(FC)</a:t>
            </a:r>
          </a:p>
          <a:p>
            <a:pPr lvl="1"/>
            <a:r>
              <a:rPr lang="ko-KR" altLang="en-US" dirty="0"/>
              <a:t>앞서 언급한 </a:t>
            </a:r>
            <a:r>
              <a:rPr lang="en-US" altLang="ko-KR" dirty="0"/>
              <a:t>PX4 Flight stack firmware</a:t>
            </a:r>
            <a:r>
              <a:rPr lang="ko-KR" altLang="en-US" dirty="0"/>
              <a:t>를 실행할 </a:t>
            </a:r>
            <a:r>
              <a:rPr lang="en-US" altLang="ko-KR" dirty="0" err="1"/>
              <a:t>cpu</a:t>
            </a:r>
            <a:r>
              <a:rPr lang="ko-KR" altLang="en-US" dirty="0"/>
              <a:t>를 의미</a:t>
            </a:r>
            <a:r>
              <a:rPr lang="en-US" altLang="ko-KR" dirty="0"/>
              <a:t>. </a:t>
            </a:r>
            <a:r>
              <a:rPr lang="ko-KR" altLang="en-US" dirty="0"/>
              <a:t>대중적으로 </a:t>
            </a:r>
            <a:r>
              <a:rPr lang="en-US" altLang="ko-KR" dirty="0"/>
              <a:t>Pixhawk </a:t>
            </a:r>
            <a:r>
              <a:rPr lang="ko-KR" altLang="en-US" dirty="0"/>
              <a:t>기종을 많이 씀</a:t>
            </a:r>
          </a:p>
        </p:txBody>
      </p:sp>
      <p:pic>
        <p:nvPicPr>
          <p:cNvPr id="3074" name="Picture 2" descr="Holybro Pixhawk 6C | PX4 Guide (main)">
            <a:extLst>
              <a:ext uri="{FF2B5EF4-FFF2-40B4-BE49-F238E27FC236}">
                <a16:creationId xmlns:a16="http://schemas.microsoft.com/office/drawing/2014/main" id="{C46E4BB6-1384-F20C-EE92-EB19CA9AC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235" y="2669948"/>
            <a:ext cx="29652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20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6E3C-5C02-58BD-B533-32011E51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0B68E-47EF-F93B-AC79-8DA6C5E1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4B1D9-8E9A-2E87-3C92-A9C4DC401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비행 </a:t>
            </a:r>
            <a:r>
              <a:rPr lang="ko-KR" altLang="en-US" dirty="0" err="1"/>
              <a:t>콘트롤러</a:t>
            </a:r>
            <a:r>
              <a:rPr lang="ko-KR" altLang="en-US" dirty="0"/>
              <a:t> </a:t>
            </a:r>
            <a:r>
              <a:rPr lang="en-US" altLang="ko-KR" dirty="0"/>
              <a:t>(FC)</a:t>
            </a:r>
          </a:p>
          <a:p>
            <a:pPr lvl="1"/>
            <a:r>
              <a:rPr lang="ko-KR" altLang="en-US" dirty="0"/>
              <a:t>앞서 언급한 </a:t>
            </a:r>
            <a:r>
              <a:rPr lang="en-US" altLang="ko-KR" dirty="0"/>
              <a:t>PX4 Flight stack firmware</a:t>
            </a:r>
            <a:r>
              <a:rPr lang="ko-KR" altLang="en-US" dirty="0"/>
              <a:t>를 실행할 </a:t>
            </a:r>
            <a:r>
              <a:rPr lang="en-US" altLang="ko-KR" dirty="0" err="1"/>
              <a:t>cpu</a:t>
            </a:r>
            <a:r>
              <a:rPr lang="ko-KR" altLang="en-US" dirty="0"/>
              <a:t>를 의미</a:t>
            </a:r>
            <a:r>
              <a:rPr lang="en-US" altLang="ko-KR" dirty="0"/>
              <a:t>. </a:t>
            </a:r>
            <a:r>
              <a:rPr lang="ko-KR" altLang="en-US" dirty="0"/>
              <a:t>대중적으로 </a:t>
            </a:r>
            <a:r>
              <a:rPr lang="en-US" altLang="ko-KR" dirty="0"/>
              <a:t>Pixhawk </a:t>
            </a:r>
            <a:r>
              <a:rPr lang="ko-KR" altLang="en-US" dirty="0"/>
              <a:t>기종을 많이 씀</a:t>
            </a:r>
          </a:p>
        </p:txBody>
      </p:sp>
      <p:pic>
        <p:nvPicPr>
          <p:cNvPr id="3074" name="Picture 2" descr="Holybro Pixhawk 6C | PX4 Guide (main)">
            <a:extLst>
              <a:ext uri="{FF2B5EF4-FFF2-40B4-BE49-F238E27FC236}">
                <a16:creationId xmlns:a16="http://schemas.microsoft.com/office/drawing/2014/main" id="{06EE8F39-FF7B-CB18-D5DC-D6F658D28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235" y="2669948"/>
            <a:ext cx="29652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01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EC6F-589B-805C-C6A9-2213B373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EC873-1D2D-4FC1-1C96-9D207CD5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A13F92-EF8B-D07D-642C-B944E0705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Sensor</a:t>
            </a:r>
          </a:p>
          <a:p>
            <a:pPr lvl="1"/>
            <a:r>
              <a:rPr lang="ko-KR" altLang="en-US" dirty="0"/>
              <a:t>무인기 운항에서 가장 중요한 요소 중 하나로</a:t>
            </a:r>
            <a:r>
              <a:rPr lang="en-US" altLang="ko-KR" dirty="0"/>
              <a:t>, </a:t>
            </a:r>
            <a:r>
              <a:rPr lang="ko-KR" altLang="en-US" dirty="0"/>
              <a:t>계측 기능을 구현하는 센서들을 의미함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Recommended </a:t>
            </a:r>
            <a:r>
              <a:rPr lang="en-US" altLang="ko-KR" dirty="0" err="1"/>
              <a:t>seonsrs</a:t>
            </a:r>
            <a:r>
              <a:rPr lang="en-US" altLang="ko-KR" dirty="0"/>
              <a:t> should be:</a:t>
            </a:r>
          </a:p>
          <a:p>
            <a:pPr lvl="2"/>
            <a:r>
              <a:rPr lang="en-US" altLang="ko-KR" b="1" dirty="0"/>
              <a:t>Airspeed sensors </a:t>
            </a:r>
            <a:r>
              <a:rPr lang="en-US" altLang="ko-KR" dirty="0"/>
              <a:t>(</a:t>
            </a:r>
            <a:r>
              <a:rPr lang="en-US" altLang="ko-KR" dirty="0" err="1"/>
              <a:t>multicopter</a:t>
            </a:r>
            <a:r>
              <a:rPr lang="ko-KR" altLang="en-US" dirty="0"/>
              <a:t>에서는 불필요</a:t>
            </a:r>
            <a:r>
              <a:rPr lang="en-US" altLang="ko-KR" dirty="0"/>
              <a:t>. But VTOL, Fixed Wing</a:t>
            </a:r>
            <a:r>
              <a:rPr lang="ko-KR" altLang="en-US" dirty="0"/>
              <a:t>에서는 필요</a:t>
            </a:r>
            <a:r>
              <a:rPr lang="en-US" altLang="ko-KR" dirty="0"/>
              <a:t>. </a:t>
            </a:r>
            <a:r>
              <a:rPr lang="ko-KR" altLang="en-US" dirty="0"/>
              <a:t>없으면 원천적으로 비행 불가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b="1" dirty="0"/>
              <a:t>Distance sensors (Lidar) </a:t>
            </a:r>
            <a:r>
              <a:rPr lang="en-US" altLang="ko-KR" dirty="0"/>
              <a:t>-&gt; </a:t>
            </a:r>
            <a:r>
              <a:rPr lang="ko-KR" altLang="en-US" dirty="0"/>
              <a:t>보다 정확한 거리 측정용 </a:t>
            </a:r>
            <a:r>
              <a:rPr lang="en-US" altLang="ko-KR" dirty="0"/>
              <a:t>(</a:t>
            </a:r>
            <a:r>
              <a:rPr lang="ko-KR" altLang="en-US" dirty="0"/>
              <a:t>고도 측정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b="1" dirty="0"/>
              <a:t>Optical Flow sensors(Camera</a:t>
            </a:r>
            <a:r>
              <a:rPr lang="en-US" altLang="ko-KR" dirty="0"/>
              <a:t>) -&gt; GNSS-denied </a:t>
            </a:r>
            <a:r>
              <a:rPr lang="ko-KR" altLang="en-US" dirty="0"/>
              <a:t>환경에서 필수적임</a:t>
            </a:r>
            <a:r>
              <a:rPr lang="en-US" altLang="ko-KR" dirty="0"/>
              <a:t>. </a:t>
            </a:r>
            <a:r>
              <a:rPr lang="ko-KR" altLang="en-US" dirty="0"/>
              <a:t>없으면 비행 불가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Fundamental sensors should be:</a:t>
            </a:r>
          </a:p>
          <a:p>
            <a:pPr lvl="2"/>
            <a:r>
              <a:rPr lang="en-US" altLang="ko-KR" b="1" dirty="0"/>
              <a:t>GPS</a:t>
            </a:r>
          </a:p>
          <a:p>
            <a:pPr lvl="2"/>
            <a:r>
              <a:rPr lang="en-US" altLang="ko-KR" b="1" dirty="0"/>
              <a:t>Gyroscope (</a:t>
            </a:r>
            <a:r>
              <a:rPr lang="ko-KR" altLang="en-US" b="1" dirty="0" err="1"/>
              <a:t>자이로계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b="1" dirty="0"/>
              <a:t>Accelerometer (</a:t>
            </a:r>
            <a:r>
              <a:rPr lang="ko-KR" altLang="en-US" b="1" dirty="0"/>
              <a:t>가속도계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b="1" dirty="0"/>
              <a:t>Magnetometer (compass)</a:t>
            </a:r>
          </a:p>
          <a:p>
            <a:pPr lvl="2"/>
            <a:r>
              <a:rPr lang="en-US" altLang="ko-KR" b="1" dirty="0"/>
              <a:t>Barometer</a:t>
            </a:r>
          </a:p>
          <a:p>
            <a:pPr lvl="2"/>
            <a:r>
              <a:rPr lang="en-US" altLang="ko-KR" b="1" dirty="0"/>
              <a:t>Recommended </a:t>
            </a:r>
            <a:r>
              <a:rPr lang="en-US" altLang="ko-KR" b="1" dirty="0" err="1"/>
              <a:t>seonsrs</a:t>
            </a:r>
            <a:r>
              <a:rPr lang="en-US" altLang="ko-KR" b="1" dirty="0"/>
              <a:t> should be</a:t>
            </a:r>
            <a:r>
              <a:rPr lang="en-US" altLang="ko-KR" dirty="0"/>
              <a:t>: 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26517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B0E1B-6490-0FB1-6A57-2A338C76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75BB7-A1B7-D198-ACAE-0F1BC612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B84536-371E-8A1D-A356-C1D4F97B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Motors</a:t>
            </a:r>
          </a:p>
          <a:p>
            <a:pPr lvl="1"/>
            <a:r>
              <a:rPr lang="en-US" altLang="ko-KR" dirty="0"/>
              <a:t>PX4</a:t>
            </a:r>
            <a:r>
              <a:rPr lang="ko-KR" altLang="en-US" dirty="0"/>
              <a:t>에서는 원하는 모든 비행 목표를 이루기 위해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motor speed</a:t>
            </a:r>
            <a:r>
              <a:rPr lang="ko-KR" altLang="en-US" dirty="0"/>
              <a:t>를 </a:t>
            </a:r>
            <a:r>
              <a:rPr lang="en-US" altLang="ko-KR" dirty="0"/>
              <a:t>PWM </a:t>
            </a:r>
            <a:r>
              <a:rPr lang="ko-KR" altLang="en-US" dirty="0"/>
              <a:t>방식으로 제어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Motor</a:t>
            </a:r>
            <a:r>
              <a:rPr lang="ko-KR" altLang="en-US" dirty="0"/>
              <a:t>는 </a:t>
            </a:r>
            <a:r>
              <a:rPr lang="en-US" altLang="ko-KR" dirty="0"/>
              <a:t>3</a:t>
            </a:r>
            <a:r>
              <a:rPr lang="ko-KR" altLang="en-US" dirty="0"/>
              <a:t>개 종류의 전류를 받음 </a:t>
            </a:r>
            <a:r>
              <a:rPr lang="en-US" altLang="ko-KR" dirty="0"/>
              <a:t>1. +</a:t>
            </a:r>
            <a:r>
              <a:rPr lang="ko-KR" altLang="en-US" dirty="0"/>
              <a:t>극</a:t>
            </a:r>
            <a:r>
              <a:rPr lang="en-US" altLang="ko-KR" dirty="0"/>
              <a:t>(</a:t>
            </a:r>
            <a:r>
              <a:rPr lang="ko-KR" altLang="en-US" dirty="0"/>
              <a:t>전원극</a:t>
            </a:r>
            <a:r>
              <a:rPr lang="en-US" altLang="ko-KR" dirty="0"/>
              <a:t>), 2. Ground(</a:t>
            </a:r>
            <a:r>
              <a:rPr lang="ko-KR" altLang="en-US" dirty="0" err="1"/>
              <a:t>접지극</a:t>
            </a:r>
            <a:r>
              <a:rPr lang="en-US" altLang="ko-KR" dirty="0"/>
              <a:t>), 3. px4</a:t>
            </a:r>
            <a:r>
              <a:rPr lang="ko-KR" altLang="en-US" dirty="0"/>
              <a:t>에서 내려오는 </a:t>
            </a:r>
            <a:r>
              <a:rPr lang="ko-KR" altLang="en-US" dirty="0" err="1"/>
              <a:t>신호극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Motor</a:t>
            </a:r>
            <a:r>
              <a:rPr lang="ko-KR" altLang="en-US" dirty="0"/>
              <a:t>는 배터리로부터 바로 전압을 받지 않고 </a:t>
            </a:r>
            <a:r>
              <a:rPr lang="en-US" altLang="ko-KR" dirty="0"/>
              <a:t>ESC</a:t>
            </a:r>
            <a:r>
              <a:rPr lang="ko-KR" altLang="en-US" dirty="0"/>
              <a:t>라는 전자식 속도 제어 분배기를 통해 공급받음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배터리 </a:t>
            </a:r>
            <a:r>
              <a:rPr lang="en-US" altLang="ko-KR" dirty="0"/>
              <a:t>         </a:t>
            </a:r>
            <a:r>
              <a:rPr lang="ko-KR" altLang="en-US" dirty="0" err="1"/>
              <a:t>파워모듈</a:t>
            </a:r>
            <a:r>
              <a:rPr lang="en-US" altLang="ko-KR" dirty="0"/>
              <a:t>     ESC      </a:t>
            </a:r>
            <a:r>
              <a:rPr lang="ko-KR" altLang="en-US" dirty="0"/>
              <a:t>모터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PX4</a:t>
            </a:r>
            <a:r>
              <a:rPr lang="ko-KR" altLang="en-US" dirty="0"/>
              <a:t>로 부터 나온 신호</a:t>
            </a:r>
            <a:endParaRPr lang="en-US" altLang="ko-KR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13E3D9A-6E20-0197-C4C3-624E50E8ACF3}"/>
              </a:ext>
            </a:extLst>
          </p:cNvPr>
          <p:cNvCxnSpPr>
            <a:cxnSpLocks/>
          </p:cNvCxnSpPr>
          <p:nvPr/>
        </p:nvCxnSpPr>
        <p:spPr>
          <a:xfrm flipV="1">
            <a:off x="4359729" y="5584371"/>
            <a:ext cx="996042" cy="277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5E7ABED-F231-DB8C-8C9B-9D86BE2B39F0}"/>
              </a:ext>
            </a:extLst>
          </p:cNvPr>
          <p:cNvCxnSpPr>
            <a:cxnSpLocks/>
          </p:cNvCxnSpPr>
          <p:nvPr/>
        </p:nvCxnSpPr>
        <p:spPr>
          <a:xfrm>
            <a:off x="2488748" y="5372101"/>
            <a:ext cx="793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A3E2B7F-2E72-F0BB-A676-B82CFA4A5AF8}"/>
              </a:ext>
            </a:extLst>
          </p:cNvPr>
          <p:cNvCxnSpPr>
            <a:cxnSpLocks/>
          </p:cNvCxnSpPr>
          <p:nvPr/>
        </p:nvCxnSpPr>
        <p:spPr>
          <a:xfrm>
            <a:off x="4703990" y="5404758"/>
            <a:ext cx="3088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27A7571-3EC6-23C2-0401-620525B77AA0}"/>
              </a:ext>
            </a:extLst>
          </p:cNvPr>
          <p:cNvCxnSpPr>
            <a:cxnSpLocks/>
          </p:cNvCxnSpPr>
          <p:nvPr/>
        </p:nvCxnSpPr>
        <p:spPr>
          <a:xfrm>
            <a:off x="5787119" y="5404758"/>
            <a:ext cx="5483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85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E34C-1B7C-44C7-F1C0-D2BE4F1F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2D162F3-D388-DF7F-BE49-90570C445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0"/>
            <a:ext cx="5010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964B03-11DE-0D56-4A2D-6CA412BBA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004" y="2093299"/>
            <a:ext cx="2705334" cy="118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1F39-99F5-A0B0-D432-80F02B52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41D15-1B59-47EC-1955-7CA80F8F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142DC5-B845-C844-F567-267F781F2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Battery</a:t>
            </a:r>
          </a:p>
          <a:p>
            <a:pPr lvl="1"/>
            <a:r>
              <a:rPr lang="ko-KR" altLang="en-US" dirty="0" err="1"/>
              <a:t>방전율</a:t>
            </a:r>
            <a:r>
              <a:rPr lang="en-US" altLang="ko-KR" dirty="0"/>
              <a:t> C</a:t>
            </a:r>
          </a:p>
          <a:p>
            <a:pPr lvl="2"/>
            <a:r>
              <a:rPr lang="ko-KR" altLang="en-US" dirty="0"/>
              <a:t>배터리가 순간적으로 방출시킬 수 있는 최대 전류를 의미</a:t>
            </a:r>
            <a:endParaRPr lang="en-US" altLang="ko-KR" dirty="0"/>
          </a:p>
          <a:p>
            <a:pPr lvl="1"/>
            <a:r>
              <a:rPr lang="en-US" altLang="ko-KR" dirty="0" err="1"/>
              <a:t>mAh</a:t>
            </a:r>
            <a:endParaRPr lang="en-US" altLang="ko-KR" dirty="0"/>
          </a:p>
          <a:p>
            <a:pPr lvl="2"/>
            <a:r>
              <a:rPr lang="en-US" altLang="ko-KR" dirty="0"/>
              <a:t>1</a:t>
            </a:r>
            <a:r>
              <a:rPr lang="ko-KR" altLang="en-US" dirty="0"/>
              <a:t>시간 동안 사용할 수 있는 </a:t>
            </a:r>
            <a:r>
              <a:rPr lang="ko-KR" altLang="en-US" dirty="0" err="1"/>
              <a:t>전류량을</a:t>
            </a:r>
            <a:r>
              <a:rPr lang="ko-KR" altLang="en-US" dirty="0"/>
              <a:t> 의미</a:t>
            </a:r>
            <a:r>
              <a:rPr lang="en-US" altLang="ko-KR" dirty="0"/>
              <a:t>. </a:t>
            </a:r>
            <a:r>
              <a:rPr lang="ko-KR" altLang="en-US" dirty="0"/>
              <a:t>우리는 </a:t>
            </a:r>
            <a:r>
              <a:rPr lang="en-US" altLang="ko-KR" dirty="0"/>
              <a:t>12,000mAh</a:t>
            </a:r>
            <a:r>
              <a:rPr lang="ko-KR" altLang="en-US" dirty="0"/>
              <a:t>를 보유중</a:t>
            </a:r>
            <a:endParaRPr lang="en-US" altLang="ko-KR" dirty="0"/>
          </a:p>
          <a:p>
            <a:pPr lvl="1"/>
            <a:r>
              <a:rPr lang="en-US" altLang="ko-KR" dirty="0"/>
              <a:t>N Series</a:t>
            </a:r>
          </a:p>
          <a:p>
            <a:pPr lvl="2"/>
            <a:r>
              <a:rPr lang="ko-KR" altLang="en-US" dirty="0"/>
              <a:t>배터리는 구동 전압을 높이기 위해 직렬로 연결함</a:t>
            </a:r>
            <a:r>
              <a:rPr lang="en-US" altLang="ko-KR" dirty="0"/>
              <a:t>. </a:t>
            </a:r>
            <a:r>
              <a:rPr lang="ko-KR" altLang="en-US" dirty="0"/>
              <a:t>보통 </a:t>
            </a:r>
            <a:r>
              <a:rPr lang="en-US" altLang="ko-KR" dirty="0"/>
              <a:t>1S</a:t>
            </a:r>
            <a:r>
              <a:rPr lang="ko-KR" altLang="en-US" dirty="0"/>
              <a:t>가 기준전압 </a:t>
            </a:r>
            <a:r>
              <a:rPr lang="en-US" altLang="ko-KR" dirty="0"/>
              <a:t>3.7V, </a:t>
            </a:r>
            <a:r>
              <a:rPr lang="ko-KR" altLang="en-US" dirty="0"/>
              <a:t>완충전압 </a:t>
            </a:r>
            <a:r>
              <a:rPr lang="en-US" altLang="ko-KR" dirty="0"/>
              <a:t>4.2V, </a:t>
            </a:r>
            <a:r>
              <a:rPr lang="ko-KR" altLang="en-US" dirty="0"/>
              <a:t>최대방전 </a:t>
            </a:r>
            <a:r>
              <a:rPr lang="en-US" altLang="ko-KR" dirty="0"/>
              <a:t>3.2V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  <a:r>
              <a:rPr lang="ko-KR" altLang="en-US" dirty="0"/>
              <a:t> 많은 </a:t>
            </a:r>
            <a:r>
              <a:rPr lang="ko-KR" altLang="en-US" dirty="0" err="1"/>
              <a:t>드론들은</a:t>
            </a:r>
            <a:r>
              <a:rPr lang="ko-KR" altLang="en-US" dirty="0"/>
              <a:t> </a:t>
            </a:r>
            <a:r>
              <a:rPr lang="en-US" altLang="ko-KR" dirty="0"/>
              <a:t>6S </a:t>
            </a:r>
            <a:r>
              <a:rPr lang="ko-KR" altLang="en-US" dirty="0"/>
              <a:t>배터리를 사용하므로 구동 전압은 </a:t>
            </a:r>
            <a:r>
              <a:rPr lang="en-US" altLang="ko-KR" dirty="0"/>
              <a:t>22.2V</a:t>
            </a:r>
          </a:p>
          <a:p>
            <a:pPr lvl="1"/>
            <a:r>
              <a:rPr lang="ko-KR" altLang="en-US" dirty="0"/>
              <a:t>방전 척도</a:t>
            </a:r>
            <a:endParaRPr lang="en-US" altLang="ko-KR" dirty="0"/>
          </a:p>
          <a:p>
            <a:pPr lvl="2"/>
            <a:r>
              <a:rPr lang="ko-KR" altLang="en-US" dirty="0"/>
              <a:t>방전의 척도는 </a:t>
            </a:r>
            <a:r>
              <a:rPr lang="en-US" altLang="ko-KR" dirty="0"/>
              <a:t>V(</a:t>
            </a:r>
            <a:r>
              <a:rPr lang="ko-KR" altLang="en-US" dirty="0"/>
              <a:t>전압</a:t>
            </a:r>
            <a:r>
              <a:rPr lang="en-US" altLang="ko-KR" dirty="0"/>
              <a:t>)</a:t>
            </a:r>
            <a:r>
              <a:rPr lang="ko-KR" altLang="en-US" dirty="0"/>
              <a:t>으로 판단함</a:t>
            </a:r>
            <a:r>
              <a:rPr lang="en-US" altLang="ko-KR" dirty="0"/>
              <a:t>. </a:t>
            </a: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 err="1"/>
              <a:t>드론의</a:t>
            </a:r>
            <a:r>
              <a:rPr lang="ko-KR" altLang="en-US" dirty="0"/>
              <a:t> 전압이 </a:t>
            </a:r>
            <a:r>
              <a:rPr lang="en-US" altLang="ko-KR" dirty="0"/>
              <a:t>6S</a:t>
            </a:r>
            <a:r>
              <a:rPr lang="ko-KR" altLang="en-US" dirty="0"/>
              <a:t>기준 최대방전 전압인 </a:t>
            </a:r>
            <a:r>
              <a:rPr lang="en-US" altLang="ko-KR" dirty="0"/>
              <a:t>19.2V</a:t>
            </a:r>
            <a:r>
              <a:rPr lang="ko-KR" altLang="en-US" dirty="0"/>
              <a:t>에 근접하게 떨어질 경우 자동적으로 </a:t>
            </a:r>
            <a:r>
              <a:rPr lang="en-US" altLang="ko-KR" dirty="0" err="1"/>
              <a:t>fial</a:t>
            </a:r>
            <a:r>
              <a:rPr lang="en-US" altLang="ko-KR" dirty="0"/>
              <a:t>-safe </a:t>
            </a:r>
            <a:r>
              <a:rPr lang="ko-KR" altLang="en-US" dirty="0"/>
              <a:t>기능이 </a:t>
            </a:r>
            <a:r>
              <a:rPr lang="en-US" altLang="ko-KR" dirty="0" err="1"/>
              <a:t>trigeer</a:t>
            </a:r>
            <a:r>
              <a:rPr lang="ko-KR" altLang="en-US" dirty="0"/>
              <a:t>되어 원대복귀 시킴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E245CC-9833-E492-045F-58E3203C7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57" y="681037"/>
            <a:ext cx="8158843" cy="571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7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1FC5A-E6DB-61E3-C7BD-05CA0C60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Drone Components &amp; Parts 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1DA43-6C55-9352-6DDB-D1A0A1412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Remote Controller (RC)</a:t>
            </a:r>
          </a:p>
          <a:p>
            <a:pPr lvl="1"/>
            <a:r>
              <a:rPr lang="ko-KR" altLang="en-US" dirty="0"/>
              <a:t>그냥 </a:t>
            </a:r>
            <a:r>
              <a:rPr lang="ko-KR" altLang="en-US" b="1" dirty="0"/>
              <a:t>조종기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대부분의 비행모드에서 </a:t>
            </a:r>
            <a:r>
              <a:rPr lang="en-US" altLang="ko-KR" dirty="0"/>
              <a:t>RC </a:t>
            </a:r>
            <a:r>
              <a:rPr lang="ko-KR" altLang="en-US" dirty="0"/>
              <a:t>조종기의 신호가 들어와야 비행이 가능함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이는 </a:t>
            </a:r>
            <a:r>
              <a:rPr lang="ko-KR" altLang="en-US" dirty="0" err="1"/>
              <a:t>드론이</a:t>
            </a:r>
            <a:r>
              <a:rPr lang="ko-KR" altLang="en-US" dirty="0"/>
              <a:t> 자동 비행 중 자체적으로 제어할 수 없는 상황이 </a:t>
            </a:r>
            <a:r>
              <a:rPr lang="ko-KR" altLang="en-US" dirty="0" err="1"/>
              <a:t>생겼을때인간의</a:t>
            </a:r>
            <a:r>
              <a:rPr lang="ko-KR" altLang="en-US" dirty="0"/>
              <a:t> 개입이 필요하기 때문임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좌측 </a:t>
            </a:r>
            <a:r>
              <a:rPr lang="en-US" altLang="ko-KR" dirty="0"/>
              <a:t>controller</a:t>
            </a:r>
            <a:r>
              <a:rPr lang="ko-KR" altLang="en-US" dirty="0"/>
              <a:t>가 </a:t>
            </a:r>
            <a:r>
              <a:rPr lang="en-US" altLang="ko-KR" dirty="0"/>
              <a:t>Throttle(</a:t>
            </a:r>
            <a:r>
              <a:rPr lang="ko-KR" altLang="en-US" dirty="0"/>
              <a:t>추력</a:t>
            </a:r>
            <a:r>
              <a:rPr lang="en-US" altLang="ko-KR" dirty="0"/>
              <a:t>), yaw</a:t>
            </a:r>
          </a:p>
          <a:p>
            <a:pPr lvl="1"/>
            <a:r>
              <a:rPr lang="ko-KR" altLang="en-US" dirty="0"/>
              <a:t>우측 </a:t>
            </a:r>
            <a:r>
              <a:rPr lang="en-US" altLang="ko-KR" dirty="0"/>
              <a:t>controller</a:t>
            </a:r>
            <a:r>
              <a:rPr lang="ko-KR" altLang="en-US" dirty="0"/>
              <a:t>가 </a:t>
            </a:r>
            <a:r>
              <a:rPr lang="en-US" altLang="ko-KR" dirty="0"/>
              <a:t>Roll, Pitch</a:t>
            </a:r>
            <a:r>
              <a:rPr lang="ko-KR" altLang="en-US" dirty="0"/>
              <a:t>를 관장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Remote Controller</a:t>
            </a:r>
            <a:r>
              <a:rPr lang="ko-KR" altLang="en-US" dirty="0"/>
              <a:t>의 신호를 받을 </a:t>
            </a:r>
            <a:r>
              <a:rPr lang="en-US" altLang="ko-KR" dirty="0"/>
              <a:t>Receiver</a:t>
            </a:r>
            <a:r>
              <a:rPr lang="ko-KR" altLang="en-US" dirty="0"/>
              <a:t>도 </a:t>
            </a:r>
            <a:r>
              <a:rPr lang="en-US" altLang="ko-KR" dirty="0" err="1"/>
              <a:t>pixhawk</a:t>
            </a:r>
            <a:r>
              <a:rPr lang="ko-KR" altLang="en-US" dirty="0"/>
              <a:t>에 꽂혀 </a:t>
            </a:r>
            <a:r>
              <a:rPr lang="ko-KR" altLang="en-US" dirty="0" err="1"/>
              <a:t>있어야함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146" name="Picture 2" descr="드론 원격 컨트롤러 – RCDrone">
            <a:extLst>
              <a:ext uri="{FF2B5EF4-FFF2-40B4-BE49-F238E27FC236}">
                <a16:creationId xmlns:a16="http://schemas.microsoft.com/office/drawing/2014/main" id="{B57B5ED5-EDAE-17C2-4C0C-52FBFA70F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662" y="833439"/>
            <a:ext cx="5343523" cy="534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95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3C03-734A-F412-31D8-B106EC2D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C7AD3DD4-5174-F841-1431-6842DBBAF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0"/>
            <a:ext cx="5010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D47CEC-B9E2-F80C-EAA7-768E29576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004" y="2093299"/>
            <a:ext cx="2705334" cy="118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82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164A9-5D3B-029F-34DD-7B397622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QGC Arm &amp; Disarm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703D9E-DFA3-4D79-D424-C1A2578E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드론의</a:t>
            </a:r>
            <a:r>
              <a:rPr lang="ko-KR" altLang="en-US" dirty="0"/>
              <a:t> 시동 및 해제를 의미함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모든 </a:t>
            </a:r>
            <a:r>
              <a:rPr lang="ko-KR" altLang="en-US" dirty="0" err="1"/>
              <a:t>드론들은</a:t>
            </a:r>
            <a:r>
              <a:rPr lang="ko-KR" altLang="en-US" dirty="0"/>
              <a:t> 비행 전 </a:t>
            </a:r>
            <a:r>
              <a:rPr lang="en-US" altLang="ko-KR" dirty="0"/>
              <a:t>Arm(</a:t>
            </a:r>
            <a:r>
              <a:rPr lang="ko-KR" altLang="en-US" dirty="0"/>
              <a:t>시동</a:t>
            </a:r>
            <a:r>
              <a:rPr lang="en-US" altLang="ko-KR" dirty="0"/>
              <a:t>) </a:t>
            </a:r>
            <a:r>
              <a:rPr lang="ko-KR" altLang="en-US" dirty="0"/>
              <a:t>상태를 거쳐야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Disarm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ko-KR" altLang="en-US" dirty="0"/>
              <a:t>프로펠러가 돌아가지 않는 상태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Arm </a:t>
            </a:r>
            <a:r>
              <a:rPr lang="ko-KR" altLang="en-US" dirty="0"/>
              <a:t>상태로 들어가기 위해서는 </a:t>
            </a:r>
            <a:r>
              <a:rPr lang="en-US" altLang="ko-KR" dirty="0"/>
              <a:t>Pre-flight check</a:t>
            </a:r>
            <a:r>
              <a:rPr lang="ko-KR" altLang="en-US" dirty="0"/>
              <a:t>에서 녹색 불이 </a:t>
            </a:r>
            <a:r>
              <a:rPr lang="ko-KR" altLang="en-US" dirty="0" err="1"/>
              <a:t>들어와야함</a:t>
            </a:r>
            <a:r>
              <a:rPr lang="en-US" altLang="ko-KR" dirty="0"/>
              <a:t>.-&gt; </a:t>
            </a:r>
            <a:r>
              <a:rPr lang="ko-KR" altLang="en-US" dirty="0"/>
              <a:t>모든 기체 상태가 정상임이 보증되어야 함을 의미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170" name="Picture 2" descr="Fly View">
            <a:extLst>
              <a:ext uri="{FF2B5EF4-FFF2-40B4-BE49-F238E27FC236}">
                <a16:creationId xmlns:a16="http://schemas.microsoft.com/office/drawing/2014/main" id="{29180455-26C4-A569-5C68-4CDEC60CC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81" y="133004"/>
            <a:ext cx="10434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00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6833-9A7C-21C1-C25C-93A434A0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077EF-9613-27CB-920E-044D3164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다음시간까지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A3E26-3832-3D2A-983D-24A554787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PX4 </a:t>
            </a:r>
            <a:r>
              <a:rPr lang="en-US" altLang="ko-KR" dirty="0" err="1"/>
              <a:t>Multicopter</a:t>
            </a:r>
            <a:r>
              <a:rPr lang="en-US" altLang="ko-KR" dirty="0"/>
              <a:t> Flight Modes </a:t>
            </a:r>
            <a:r>
              <a:rPr lang="ko-KR" altLang="en-US" dirty="0"/>
              <a:t>읽어오기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https://docs.px4.io/main/en/flight_modes_mc/</a:t>
            </a:r>
          </a:p>
          <a:p>
            <a:endParaRPr lang="en-US" altLang="ko-KR" dirty="0"/>
          </a:p>
          <a:p>
            <a:r>
              <a:rPr lang="en-US" altLang="ko-KR" dirty="0"/>
              <a:t>PX4</a:t>
            </a:r>
            <a:r>
              <a:rPr lang="ko-KR" altLang="en-US" dirty="0"/>
              <a:t> </a:t>
            </a:r>
            <a:r>
              <a:rPr lang="en-US" altLang="ko-KR" dirty="0" err="1"/>
              <a:t>Multicopter</a:t>
            </a:r>
            <a:r>
              <a:rPr lang="en-US" altLang="ko-KR" dirty="0"/>
              <a:t> Configuration/Tuning </a:t>
            </a:r>
            <a:r>
              <a:rPr lang="ko-KR" altLang="en-US" dirty="0"/>
              <a:t>읽어오기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2"/>
              </a:rPr>
              <a:t>https://docs.px4.io/main/en/config_mc/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348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717</Words>
  <Application>Microsoft Office PowerPoint</Application>
  <PresentationFormat>와이드스크린</PresentationFormat>
  <Paragraphs>92</Paragraphs>
  <Slides>15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Px4 기초 개념</vt:lpstr>
      <vt:lpstr>Types of Drone</vt:lpstr>
      <vt:lpstr>Roll, Pitch, Yaw</vt:lpstr>
      <vt:lpstr>PX4 Autopilot</vt:lpstr>
      <vt:lpstr>Ground Control Stations</vt:lpstr>
      <vt:lpstr>Drone Components &amp; Parts (1)</vt:lpstr>
      <vt:lpstr>Drone Components &amp; Parts (1)</vt:lpstr>
      <vt:lpstr>Drone Components &amp; Parts (2)</vt:lpstr>
      <vt:lpstr>Drone Components &amp; Parts (3)</vt:lpstr>
      <vt:lpstr>PowerPoint 프레젠테이션</vt:lpstr>
      <vt:lpstr>Drone Components &amp; Parts (4)</vt:lpstr>
      <vt:lpstr>Drone Components &amp; Parts (5)</vt:lpstr>
      <vt:lpstr>PowerPoint 프레젠테이션</vt:lpstr>
      <vt:lpstr>QGC Arm &amp; Disarm</vt:lpstr>
      <vt:lpstr>다음시간까지…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ho lee</dc:creator>
  <cp:lastModifiedBy>jun ho lee</cp:lastModifiedBy>
  <cp:revision>1</cp:revision>
  <dcterms:created xsi:type="dcterms:W3CDTF">2025-10-28T12:38:21Z</dcterms:created>
  <dcterms:modified xsi:type="dcterms:W3CDTF">2025-10-28T13:40:22Z</dcterms:modified>
</cp:coreProperties>
</file>
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6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1" autoAdjust="0"/>
    <p:restoredTop sz="94660"/>
  </p:normalViewPr>
  <p:slideViewPr>
    <p:cSldViewPr snapToGrid="0">
      <p:cViewPr varScale="1">
        <p:scale>
          <a:sx n="92" d="100"/>
          <a:sy n="92" d="100"/>
        </p:scale>
        <p:origin x="1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791BA9-940C-6418-E625-438D129261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FFDA276-8758-606F-C749-AF7D3680F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364339-13F2-A5CE-58F1-D3AF22109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A371C-4820-4FBE-BDE7-43B9E7A36B26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D8797D-29C8-39EA-A947-D76D22A06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532656-F1DB-DC90-8FFC-D84CD183E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18483-8C5E-46BE-AFDE-501A29A144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199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468838-F5C6-52BA-56A0-62219556B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15E1CE-412B-A2DE-AFDF-6C4EB2F3D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460134-FE4F-29E8-CB9B-BFA4221FC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A371C-4820-4FBE-BDE7-43B9E7A36B26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7C60ED-ECA2-AE9C-4562-5E140D664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6CFAE2-063B-99CF-D1C3-82BD5AE0E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18483-8C5E-46BE-AFDE-501A29A144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271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9B8F9B-F334-D42E-AAC5-E6FCFA749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D0C956-5FE6-7CC4-7DF7-4D8E1FE7C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C43E1E-09C7-A66B-0F53-6516C9F98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A371C-4820-4FBE-BDE7-43B9E7A36B26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A7202A-77F1-A67B-EA98-7B449EEFA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7EBBBD-6702-4642-87C1-F02FB06D2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18483-8C5E-46BE-AFDE-501A29A144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476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256FBE-73EB-C2A5-BD02-1542F74F3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8B0CD1-242B-4463-A777-D9AE4DC2F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71688B-1BD0-884F-CCFC-52275F821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BE20D3-D570-3A42-0EA7-AEE410CBA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A371C-4820-4FBE-BDE7-43B9E7A36B26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3A7E8D-7C91-3C79-B7B4-AEB278024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1FC521-EFC2-49B8-44A7-30045B051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18483-8C5E-46BE-AFDE-501A29A144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95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FD1036-508E-64CC-03B0-6A002112F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6076F7-CEFB-EC91-1773-D262ACCAC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298449-3BD7-3EF6-985D-9F7E46A8A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4F8CF4E-910E-63E1-EECB-9510D61CF1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DE6AD75-F17D-65C6-BBD2-E970B86F9E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96011D8-541F-C352-E068-916933336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A371C-4820-4FBE-BDE7-43B9E7A36B26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0DD4DAA-9C71-A1A5-A070-2D73DAE75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51C023-3541-88AC-D265-B3ECCECE4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18483-8C5E-46BE-AFDE-501A29A144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593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E8549F-9B31-DC34-1F88-D8C348E0B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21B3FA4-69A2-BA28-AA90-376777595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A371C-4820-4FBE-BDE7-43B9E7A36B26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F22646-6788-FD21-75A8-C13F019CF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F5F1D3-BE56-3118-44B9-8F8FE71AF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18483-8C5E-46BE-AFDE-501A29A144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083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DA89B28-8F4E-2AFE-2526-CE72F232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A371C-4820-4FBE-BDE7-43B9E7A36B26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100EF5D-665B-E0F8-A34D-1D24A5F1F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C9AA9-FD94-E311-9C8D-26B19485B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18483-8C5E-46BE-AFDE-501A29A144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424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62E4A1-7235-C9A1-8B24-C7DD15BDF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2CBBC3-CF4E-CC5B-920D-AFD438BF5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FFD4EB-4141-DF3C-0C44-D41E3A751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860BC2-0296-4DE0-AA98-8EE9D7D54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A371C-4820-4FBE-BDE7-43B9E7A36B26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3A145E-3BE5-FD16-BE4D-4F1E76A96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AC358B-6BC4-C182-5E25-8B7353274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18483-8C5E-46BE-AFDE-501A29A144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996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744C9E-1162-632A-BD60-9FD7BA0C8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5202F9C-56A3-D7E1-96C8-560D522A81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8F5314-8D2C-E37A-F096-C27348D6E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12E798-4A18-7B8B-A626-D0B48B399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A371C-4820-4FBE-BDE7-43B9E7A36B26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900FBA-E593-D4FF-CFB3-0B8FD2D20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67380B-7C56-BF69-9581-E38D655CA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18483-8C5E-46BE-AFDE-501A29A144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134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790A85-28F1-6FFB-8041-3368F1047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DCC8A8-1AC7-7F84-A107-D4B2F5AFA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8ABB87-11B9-48F3-87EF-2BBEB6E7F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A371C-4820-4FBE-BDE7-43B9E7A36B26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88CB44-5204-29BE-08DB-4C4F4933B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E3C468-87E3-464E-6ECF-99A4468E5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18483-8C5E-46BE-AFDE-501A29A144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3788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8259149-73ED-3869-7FDA-E24722B9DD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9842B7-4C6F-CAF9-9A3C-A7AEDB3967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AE7201-AB0F-D0A6-04E5-BB5B0DDB9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A371C-4820-4FBE-BDE7-43B9E7A36B26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468E13-3F11-D610-E2FC-1395140AB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76463F-D723-4577-AA29-67F99E0C7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18483-8C5E-46BE-AFDE-501A29A144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829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D1F243E-BAA1-BD32-80D0-0EF0BE007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21E09D-5759-4444-65E4-8619B98F7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6BCB0B-FEEF-3940-9666-01183CF1A0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A371C-4820-4FBE-BDE7-43B9E7A36B26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78AF88-B579-5937-60E2-4B4F95860C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8DB6E0-294D-8889-10B7-4D77FD22B7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18483-8C5E-46BE-AFDE-501A29A144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800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4096C8-9E25-C28F-545A-6D277052FC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Github</a:t>
            </a:r>
            <a:r>
              <a:rPr lang="en-US" altLang="ko-KR" dirty="0"/>
              <a:t> </a:t>
            </a:r>
            <a:r>
              <a:rPr lang="ko-KR" altLang="en-US" dirty="0"/>
              <a:t>사용법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F33FB05-0B65-C530-EA75-7F4AA4062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883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5B1FFE-3CD9-B6F9-EE9F-5F22069C0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깃허브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60E897-5F16-A31E-27B8-846CDBA44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코드를 공유하는 곳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협업의 결정체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54367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1340D-2097-2897-B977-75BE3648E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EC8F65-3616-8AF4-1F37-BEA35E8B3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Main branch </a:t>
            </a:r>
            <a:r>
              <a:rPr lang="ko-KR" altLang="en-US" dirty="0"/>
              <a:t>파일 소개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BB250A0-0A1E-F91C-95FC-F0B618A51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4" y="1352860"/>
            <a:ext cx="6587066" cy="53456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CA1838-5543-157E-7FAA-9B12EA7C8E75}"/>
              </a:ext>
            </a:extLst>
          </p:cNvPr>
          <p:cNvSpPr txBox="1"/>
          <p:nvPr/>
        </p:nvSpPr>
        <p:spPr>
          <a:xfrm>
            <a:off x="7247467" y="1352860"/>
            <a:ext cx="382693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TODO: </a:t>
            </a:r>
            <a:r>
              <a:rPr lang="ko-KR" altLang="en-US" dirty="0"/>
              <a:t>해결해야 하는 코드를 올리는 곳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Instructions: </a:t>
            </a:r>
            <a:r>
              <a:rPr lang="ko-KR" altLang="en-US" dirty="0"/>
              <a:t>각종 코드들 설명서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Resources: </a:t>
            </a:r>
            <a:r>
              <a:rPr lang="ko-KR" altLang="en-US" dirty="0"/>
              <a:t>코드들을 실행하기 위해 필요한 </a:t>
            </a:r>
            <a:r>
              <a:rPr lang="en-US" altLang="ko-KR" dirty="0"/>
              <a:t>resources</a:t>
            </a:r>
            <a:r>
              <a:rPr lang="ko-KR" altLang="en-US" dirty="0"/>
              <a:t>들</a:t>
            </a:r>
            <a:r>
              <a:rPr lang="en-US" altLang="ko-KR" dirty="0"/>
              <a:t>. Instructions</a:t>
            </a:r>
            <a:r>
              <a:rPr lang="ko-KR" altLang="en-US" dirty="0"/>
              <a:t>에서 언급함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tutorial/</a:t>
            </a:r>
            <a:r>
              <a:rPr lang="en-US" altLang="ko-KR" dirty="0" err="1"/>
              <a:t>src</a:t>
            </a:r>
            <a:r>
              <a:rPr lang="en-US" altLang="ko-KR" dirty="0"/>
              <a:t>: VTOL </a:t>
            </a:r>
            <a:r>
              <a:rPr lang="ko-KR" altLang="en-US" dirty="0"/>
              <a:t>임무</a:t>
            </a:r>
            <a:r>
              <a:rPr lang="en-US" altLang="ko-KR" dirty="0"/>
              <a:t>(</a:t>
            </a:r>
            <a:r>
              <a:rPr lang="ko-KR" altLang="en-US" dirty="0"/>
              <a:t>천이</a:t>
            </a:r>
            <a:r>
              <a:rPr lang="en-US" altLang="ko-KR" dirty="0"/>
              <a:t>, </a:t>
            </a:r>
            <a:r>
              <a:rPr lang="ko-KR" altLang="en-US" dirty="0" err="1"/>
              <a:t>웨이포인트</a:t>
            </a:r>
            <a:r>
              <a:rPr lang="ko-KR" altLang="en-US" dirty="0"/>
              <a:t> 비행</a:t>
            </a:r>
            <a:r>
              <a:rPr lang="en-US" altLang="ko-KR" dirty="0"/>
              <a:t>, </a:t>
            </a:r>
            <a:r>
              <a:rPr lang="ko-KR" altLang="en-US" dirty="0"/>
              <a:t>역천이</a:t>
            </a:r>
            <a:r>
              <a:rPr lang="en-US" altLang="ko-KR" dirty="0"/>
              <a:t>, </a:t>
            </a:r>
            <a:r>
              <a:rPr lang="ko-KR" altLang="en-US" dirty="0"/>
              <a:t>자동착륙</a:t>
            </a:r>
            <a:r>
              <a:rPr lang="en-US" altLang="ko-KR" dirty="0"/>
              <a:t>)</a:t>
            </a:r>
            <a:r>
              <a:rPr lang="ko-KR" altLang="en-US" dirty="0"/>
              <a:t>들을 수행하는 소스코드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Ws_KRAC</a:t>
            </a:r>
            <a:r>
              <a:rPr lang="en-US" altLang="ko-KR" dirty="0"/>
              <a:t>/</a:t>
            </a:r>
            <a:r>
              <a:rPr lang="en-US" altLang="ko-KR" dirty="0" err="1"/>
              <a:t>src</a:t>
            </a:r>
            <a:r>
              <a:rPr lang="en-US" altLang="ko-KR" dirty="0"/>
              <a:t> : x_500 drone</a:t>
            </a:r>
            <a:r>
              <a:rPr lang="ko-KR" altLang="en-US" dirty="0"/>
              <a:t>의 자동착륙 모듈 소스코드</a:t>
            </a:r>
          </a:p>
        </p:txBody>
      </p:sp>
    </p:spTree>
    <p:extLst>
      <p:ext uri="{BB962C8B-B14F-4D97-AF65-F5344CB8AC3E}">
        <p14:creationId xmlns:p14="http://schemas.microsoft.com/office/powerpoint/2010/main" val="3807190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51C8DC-21F6-2337-EF5D-96B3626AE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Branch</a:t>
            </a:r>
            <a:endParaRPr lang="ko-KR" altLang="en-US" dirty="0"/>
          </a:p>
        </p:txBody>
      </p:sp>
      <p:pic>
        <p:nvPicPr>
          <p:cNvPr id="2050" name="Picture 2" descr="Git Tutorial: Branching - HPC Wiki">
            <a:extLst>
              <a:ext uri="{FF2B5EF4-FFF2-40B4-BE49-F238E27FC236}">
                <a16:creationId xmlns:a16="http://schemas.microsoft.com/office/drawing/2014/main" id="{65A88ED5-B5E6-6125-E4B0-F4D191019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252" y="2048453"/>
            <a:ext cx="10687886" cy="4115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7247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B3900-4FFD-8A69-B1E5-B457CC215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3758FF-A222-CB3D-460C-93CE36B95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Branch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D3E514-1AAA-7DB0-C77D-E4BF0E281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544" y="1690688"/>
            <a:ext cx="6599112" cy="4351338"/>
          </a:xfrm>
        </p:spPr>
        <p:txBody>
          <a:bodyPr>
            <a:normAutofit/>
          </a:bodyPr>
          <a:lstStyle/>
          <a:p>
            <a:r>
              <a:rPr lang="en-US" altLang="ko-KR" dirty="0"/>
              <a:t>Main branch</a:t>
            </a:r>
            <a:r>
              <a:rPr lang="ko-KR" altLang="en-US" dirty="0"/>
              <a:t>는 우리가 최종적으로 만든 코드들을 저장 </a:t>
            </a:r>
            <a:r>
              <a:rPr lang="en-US" altLang="ko-KR" dirty="0"/>
              <a:t>(</a:t>
            </a:r>
            <a:r>
              <a:rPr lang="ko-KR" altLang="en-US" dirty="0"/>
              <a:t>시험장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그 외의 </a:t>
            </a:r>
            <a:r>
              <a:rPr lang="en-US" altLang="ko-KR" dirty="0"/>
              <a:t>branch 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-US" altLang="ko-KR" dirty="0" err="1"/>
              <a:t>junho_develop</a:t>
            </a:r>
            <a:r>
              <a:rPr lang="en-US" altLang="ko-KR" dirty="0"/>
              <a:t>, </a:t>
            </a:r>
            <a:r>
              <a:rPr lang="en-US" altLang="ko-KR" dirty="0" err="1"/>
              <a:t>seungun_develop</a:t>
            </a:r>
            <a:r>
              <a:rPr lang="en-US" altLang="ko-KR" dirty="0"/>
              <a:t> </a:t>
            </a:r>
            <a:r>
              <a:rPr lang="ko-KR" altLang="en-US" dirty="0"/>
              <a:t>등등</a:t>
            </a:r>
            <a:r>
              <a:rPr lang="en-US" altLang="ko-KR" dirty="0"/>
              <a:t>..)</a:t>
            </a:r>
            <a:r>
              <a:rPr lang="ko-KR" altLang="en-US" dirty="0"/>
              <a:t>들은 본인이 직접 코드를 작성하는 곳</a:t>
            </a:r>
            <a:r>
              <a:rPr lang="en-US" altLang="ko-KR" dirty="0"/>
              <a:t>. (</a:t>
            </a:r>
            <a:r>
              <a:rPr lang="ko-KR" altLang="en-US" dirty="0"/>
              <a:t>연습장</a:t>
            </a:r>
            <a:r>
              <a:rPr lang="en-US" altLang="ko-KR" dirty="0"/>
              <a:t>), </a:t>
            </a:r>
            <a:r>
              <a:rPr lang="ko-KR" altLang="en-US" dirty="0"/>
              <a:t>각각의 </a:t>
            </a:r>
            <a:r>
              <a:rPr lang="en-US" altLang="ko-KR" dirty="0"/>
              <a:t>develop branch</a:t>
            </a:r>
            <a:r>
              <a:rPr lang="ko-KR" altLang="en-US" dirty="0"/>
              <a:t>들은 </a:t>
            </a:r>
            <a:r>
              <a:rPr lang="en-US" altLang="ko-KR" dirty="0"/>
              <a:t>main branch</a:t>
            </a:r>
            <a:r>
              <a:rPr lang="ko-KR" altLang="en-US" dirty="0"/>
              <a:t>에 항상 동기화 되어 있어야 함</a:t>
            </a:r>
            <a:r>
              <a:rPr lang="en-US" altLang="ko-KR" dirty="0"/>
              <a:t>. </a:t>
            </a:r>
            <a:r>
              <a:rPr lang="ko-KR" altLang="en-US" dirty="0"/>
              <a:t>이를 </a:t>
            </a:r>
            <a:r>
              <a:rPr lang="en-US" altLang="ko-KR" dirty="0"/>
              <a:t>push</a:t>
            </a:r>
            <a:r>
              <a:rPr lang="ko-KR" altLang="en-US" dirty="0"/>
              <a:t>라고 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B3FD020-E327-0DDA-3381-1AFD621ED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190" y="837775"/>
            <a:ext cx="4350076" cy="565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11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211060-EAFC-1E1E-AA15-E5445754A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Branch </a:t>
            </a:r>
            <a:r>
              <a:rPr lang="ko-KR" altLang="en-US" dirty="0"/>
              <a:t>소개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792391A-D4F0-EF4C-47D5-60BF07C33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961091"/>
            <a:ext cx="6985000" cy="4531784"/>
          </a:xfrm>
        </p:spPr>
        <p:txBody>
          <a:bodyPr/>
          <a:lstStyle/>
          <a:p>
            <a:r>
              <a:rPr lang="en-US" altLang="ko-KR" dirty="0"/>
              <a:t>Main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main code for simulator</a:t>
            </a:r>
          </a:p>
          <a:p>
            <a:endParaRPr lang="en-US" altLang="ko-KR" dirty="0"/>
          </a:p>
          <a:p>
            <a:r>
              <a:rPr lang="en-US" altLang="ko-KR" dirty="0" err="1"/>
              <a:t>For_companion_computer</a:t>
            </a:r>
            <a:r>
              <a:rPr lang="en-US" altLang="ko-KR" dirty="0"/>
              <a:t> -&gt; </a:t>
            </a:r>
            <a:r>
              <a:rPr lang="ko-KR" altLang="en-US" dirty="0"/>
              <a:t>실제 비행용</a:t>
            </a:r>
            <a:r>
              <a:rPr lang="en-US" altLang="ko-KR" dirty="0"/>
              <a:t> </a:t>
            </a:r>
            <a:r>
              <a:rPr lang="ko-KR" altLang="en-US" dirty="0"/>
              <a:t>코드</a:t>
            </a:r>
            <a:r>
              <a:rPr lang="en-US" altLang="ko-KR" dirty="0"/>
              <a:t>. </a:t>
            </a:r>
            <a:r>
              <a:rPr lang="ko-KR" altLang="en-US" dirty="0"/>
              <a:t>시뮬레이션 코드와 조금 </a:t>
            </a:r>
            <a:r>
              <a:rPr lang="ko-KR" altLang="en-US" dirty="0" err="1"/>
              <a:t>다르기때문에</a:t>
            </a:r>
            <a:r>
              <a:rPr lang="ko-KR" altLang="en-US" dirty="0"/>
              <a:t> </a:t>
            </a:r>
            <a:r>
              <a:rPr lang="ko-KR" altLang="en-US" dirty="0" err="1"/>
              <a:t>브랜치</a:t>
            </a:r>
            <a:r>
              <a:rPr lang="ko-KR" altLang="en-US" dirty="0"/>
              <a:t> 분리함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 err="1"/>
              <a:t>xx_develop</a:t>
            </a:r>
            <a:r>
              <a:rPr lang="en-US" altLang="ko-KR" dirty="0"/>
              <a:t> -&gt; </a:t>
            </a:r>
            <a:r>
              <a:rPr lang="ko-KR" altLang="en-US" dirty="0"/>
              <a:t>각자의 연습장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3BAFF18-1262-293D-297E-A41B470FE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667" y="1605227"/>
            <a:ext cx="3894666" cy="506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684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678D6A-53A5-4E63-9A8E-1C25ADBCF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500" dirty="0"/>
              <a:t>본인이 바꾼 코드를 </a:t>
            </a:r>
            <a:r>
              <a:rPr lang="en-US" altLang="ko-KR" sz="3500" dirty="0"/>
              <a:t>main branch</a:t>
            </a:r>
            <a:r>
              <a:rPr lang="ko-KR" altLang="en-US" sz="3500" dirty="0"/>
              <a:t>로 옮기고 싶다면</a:t>
            </a:r>
            <a:r>
              <a:rPr lang="en-US" altLang="ko-KR" sz="3500" dirty="0"/>
              <a:t>?</a:t>
            </a:r>
            <a:br>
              <a:rPr lang="en-US" altLang="ko-KR" sz="3500" dirty="0"/>
            </a:br>
            <a:r>
              <a:rPr lang="en-US" altLang="ko-KR" sz="3500" dirty="0"/>
              <a:t>Pull Request!</a:t>
            </a:r>
            <a:endParaRPr lang="ko-KR" altLang="en-US" sz="35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C9B818F-CDCB-93D5-6A60-B83FCA2EC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99153"/>
            <a:ext cx="5698067" cy="422946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F28065E-E987-8CAE-0043-28F9D9C1C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472" y="1690688"/>
            <a:ext cx="4473328" cy="501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706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3110C66-9FE6-350C-4F72-B8E25318A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24" y="940540"/>
            <a:ext cx="4830476" cy="434266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81F39DF-FB95-4B1C-531C-F7D9581A5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126" y="398673"/>
            <a:ext cx="6678874" cy="578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352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62DC7E3-9DCE-A287-2A4C-05004D17E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526" y="1388533"/>
            <a:ext cx="8220947" cy="52893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7FFBC3-EFEC-2DE2-B45E-7ADD8A505E72}"/>
              </a:ext>
            </a:extLst>
          </p:cNvPr>
          <p:cNvSpPr txBox="1"/>
          <p:nvPr/>
        </p:nvSpPr>
        <p:spPr>
          <a:xfrm>
            <a:off x="3086193" y="643467"/>
            <a:ext cx="8089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본인이 수정한 코드 내역 맞는지 확인하기</a:t>
            </a:r>
            <a:r>
              <a:rPr lang="en-US" altLang="ko-KR" b="1" dirty="0">
                <a:solidFill>
                  <a:srgbClr val="FF0000"/>
                </a:solidFill>
              </a:rPr>
              <a:t>. 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611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CF8B2-E2C0-4DDF-4C4E-DE5F9EBCA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D41025D-0980-EA29-35D6-0A57E5497D88}"/>
              </a:ext>
            </a:extLst>
          </p:cNvPr>
          <p:cNvSpPr txBox="1"/>
          <p:nvPr/>
        </p:nvSpPr>
        <p:spPr>
          <a:xfrm>
            <a:off x="3136993" y="338667"/>
            <a:ext cx="8089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최소 </a:t>
            </a:r>
            <a:r>
              <a:rPr lang="en-US" altLang="ko-KR" b="1" dirty="0">
                <a:solidFill>
                  <a:srgbClr val="FF0000"/>
                </a:solidFill>
              </a:rPr>
              <a:t>2</a:t>
            </a:r>
            <a:r>
              <a:rPr lang="ko-KR" altLang="en-US" b="1" dirty="0">
                <a:solidFill>
                  <a:srgbClr val="FF0000"/>
                </a:solidFill>
              </a:rPr>
              <a:t>명에게 리뷰 요청하기</a:t>
            </a:r>
            <a:r>
              <a:rPr lang="en-US" altLang="ko-KR" b="1" dirty="0">
                <a:solidFill>
                  <a:srgbClr val="FF0000"/>
                </a:solidFill>
              </a:rPr>
              <a:t>. -&gt; </a:t>
            </a:r>
            <a:r>
              <a:rPr lang="ko-KR" altLang="en-US" b="1" dirty="0">
                <a:solidFill>
                  <a:srgbClr val="FF0000"/>
                </a:solidFill>
              </a:rPr>
              <a:t>상호 </a:t>
            </a:r>
            <a:r>
              <a:rPr lang="en-US" altLang="ko-KR" b="1" dirty="0">
                <a:solidFill>
                  <a:srgbClr val="FF0000"/>
                </a:solidFill>
              </a:rPr>
              <a:t>code review</a:t>
            </a:r>
            <a:r>
              <a:rPr lang="ko-KR" altLang="en-US" b="1" dirty="0">
                <a:solidFill>
                  <a:srgbClr val="FF0000"/>
                </a:solidFill>
              </a:rPr>
              <a:t>를 위함</a:t>
            </a:r>
            <a:r>
              <a:rPr lang="en-US" altLang="ko-KR" b="1" dirty="0">
                <a:solidFill>
                  <a:srgbClr val="FF0000"/>
                </a:solidFill>
              </a:rPr>
              <a:t>!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7C9B934-372C-051D-F0E6-1950038E7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312" y="1012799"/>
            <a:ext cx="6220850" cy="572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158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D63D2-C5F5-1FCC-1A3F-58F766E66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3872BA-1C14-5164-A2BE-772FB1F93BF9}"/>
              </a:ext>
            </a:extLst>
          </p:cNvPr>
          <p:cNvSpPr txBox="1"/>
          <p:nvPr/>
        </p:nvSpPr>
        <p:spPr>
          <a:xfrm>
            <a:off x="342992" y="406552"/>
            <a:ext cx="9647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만약 내가 </a:t>
            </a:r>
            <a:r>
              <a:rPr lang="ko-KR" altLang="en-US" b="1" dirty="0" err="1">
                <a:solidFill>
                  <a:srgbClr val="FF0000"/>
                </a:solidFill>
              </a:rPr>
              <a:t>리뷰어라면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ko-KR" altLang="en-US" b="1" dirty="0" err="1">
                <a:solidFill>
                  <a:srgbClr val="FF0000"/>
                </a:solidFill>
              </a:rPr>
              <a:t>요청받은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PR</a:t>
            </a:r>
            <a:r>
              <a:rPr lang="ko-KR" altLang="en-US" b="1" dirty="0">
                <a:solidFill>
                  <a:srgbClr val="FF0000"/>
                </a:solidFill>
              </a:rPr>
              <a:t>의 코드 변경 내역을 </a:t>
            </a:r>
            <a:r>
              <a:rPr lang="en-US" altLang="ko-KR" b="1" dirty="0">
                <a:solidFill>
                  <a:srgbClr val="FF0000"/>
                </a:solidFill>
              </a:rPr>
              <a:t>Files changed </a:t>
            </a:r>
            <a:r>
              <a:rPr lang="ko-KR" altLang="en-US" b="1" dirty="0">
                <a:solidFill>
                  <a:srgbClr val="FF0000"/>
                </a:solidFill>
              </a:rPr>
              <a:t>배너에서 볼 수 있음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2124D09-430F-89ED-7569-9838A8EEB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92" y="1014491"/>
            <a:ext cx="5634454" cy="482901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814B614-A192-3DE7-7CF4-45BB53B66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95" y="1014491"/>
            <a:ext cx="5729028" cy="48290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FA5B88-71AC-9909-B31D-2A242C83BA2E}"/>
              </a:ext>
            </a:extLst>
          </p:cNvPr>
          <p:cNvSpPr txBox="1"/>
          <p:nvPr/>
        </p:nvSpPr>
        <p:spPr>
          <a:xfrm>
            <a:off x="1917792" y="6082116"/>
            <a:ext cx="9647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Code</a:t>
            </a:r>
            <a:r>
              <a:rPr lang="ko-KR" altLang="en-US" b="1" dirty="0">
                <a:solidFill>
                  <a:srgbClr val="FF0000"/>
                </a:solidFill>
              </a:rPr>
              <a:t>가 괜찮다고 생각되면</a:t>
            </a:r>
            <a:r>
              <a:rPr lang="en-US" altLang="ko-KR" b="1" dirty="0">
                <a:solidFill>
                  <a:srgbClr val="FF0000"/>
                </a:solidFill>
              </a:rPr>
              <a:t>, Approve </a:t>
            </a:r>
            <a:r>
              <a:rPr lang="ko-KR" altLang="en-US" b="1" dirty="0">
                <a:solidFill>
                  <a:srgbClr val="FF0000"/>
                </a:solidFill>
              </a:rPr>
              <a:t>버튼을 누르고</a:t>
            </a:r>
            <a:r>
              <a:rPr lang="en-US" altLang="ko-KR" b="1" dirty="0">
                <a:solidFill>
                  <a:srgbClr val="FF0000"/>
                </a:solidFill>
              </a:rPr>
              <a:t>, Submit revie</a:t>
            </a:r>
            <a:r>
              <a:rPr lang="ko-KR" altLang="en-US" b="1" dirty="0">
                <a:solidFill>
                  <a:srgbClr val="FF0000"/>
                </a:solidFill>
              </a:rPr>
              <a:t>버튼을 누르면 됨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285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4D90C-C543-E87A-33C1-271C511E2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AF2C38-AA97-C0AA-98E2-4B4A6160E409}"/>
              </a:ext>
            </a:extLst>
          </p:cNvPr>
          <p:cNvSpPr txBox="1"/>
          <p:nvPr/>
        </p:nvSpPr>
        <p:spPr>
          <a:xfrm>
            <a:off x="342992" y="406552"/>
            <a:ext cx="9647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Push &amp; Pull -&gt; Remember to Pull!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361DFED-5577-1F00-6A8B-84C5070BF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92" y="1189566"/>
            <a:ext cx="8957734" cy="4478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9CC644-E8B6-3426-A9E4-4760E69ACEC8}"/>
              </a:ext>
            </a:extLst>
          </p:cNvPr>
          <p:cNvSpPr txBox="1"/>
          <p:nvPr/>
        </p:nvSpPr>
        <p:spPr>
          <a:xfrm>
            <a:off x="3048000" y="60821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https://www.youtube.com/watch?v=0MCO9qhkSqA</a:t>
            </a:r>
          </a:p>
        </p:txBody>
      </p:sp>
    </p:spTree>
    <p:extLst>
      <p:ext uri="{BB962C8B-B14F-4D97-AF65-F5344CB8AC3E}">
        <p14:creationId xmlns:p14="http://schemas.microsoft.com/office/powerpoint/2010/main" val="3340265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C2A39-698A-2C43-5A35-21FA5B418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운영 정책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C342E5-0A9D-3C98-A293-010DAFC6F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branch, Companion Computer branch</a:t>
            </a:r>
            <a:r>
              <a:rPr lang="ko-KR" altLang="en-US" dirty="0"/>
              <a:t>로의 </a:t>
            </a:r>
            <a:r>
              <a:rPr lang="en-US" altLang="ko-KR" dirty="0"/>
              <a:t>Pull Request</a:t>
            </a:r>
            <a:r>
              <a:rPr lang="ko-KR" altLang="en-US" dirty="0"/>
              <a:t>시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반드시 </a:t>
            </a:r>
            <a:r>
              <a:rPr lang="en-US" altLang="ko-KR" dirty="0">
                <a:solidFill>
                  <a:srgbClr val="FF0000"/>
                </a:solidFill>
              </a:rPr>
              <a:t>reviewer</a:t>
            </a:r>
            <a:r>
              <a:rPr lang="ko-KR" altLang="en-US" dirty="0">
                <a:solidFill>
                  <a:srgbClr val="FF0000"/>
                </a:solidFill>
              </a:rPr>
              <a:t>를 지정해 </a:t>
            </a:r>
            <a:r>
              <a:rPr lang="en-US" altLang="ko-KR" dirty="0">
                <a:solidFill>
                  <a:srgbClr val="FF0000"/>
                </a:solidFill>
              </a:rPr>
              <a:t>1</a:t>
            </a:r>
            <a:r>
              <a:rPr lang="ko-KR" altLang="en-US" dirty="0">
                <a:solidFill>
                  <a:srgbClr val="FF0000"/>
                </a:solidFill>
              </a:rPr>
              <a:t>명 이상 </a:t>
            </a:r>
            <a:r>
              <a:rPr lang="en-US" altLang="ko-KR" dirty="0">
                <a:solidFill>
                  <a:srgbClr val="FF0000"/>
                </a:solidFill>
              </a:rPr>
              <a:t>confirm</a:t>
            </a:r>
            <a:r>
              <a:rPr lang="ko-KR" altLang="en-US" dirty="0"/>
              <a:t>을 받은 후 </a:t>
            </a:r>
            <a:r>
              <a:rPr lang="en-US" altLang="ko-KR" dirty="0"/>
              <a:t>merge</a:t>
            </a:r>
            <a:r>
              <a:rPr lang="ko-KR" altLang="en-US" dirty="0"/>
              <a:t>할 것</a:t>
            </a:r>
            <a:r>
              <a:rPr lang="en-US" altLang="ko-KR" dirty="0"/>
              <a:t>. -&gt; </a:t>
            </a:r>
            <a:r>
              <a:rPr lang="ko-KR" altLang="en-US" dirty="0"/>
              <a:t>정책 지정할 예정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코드 작업 전 반드시 </a:t>
            </a:r>
            <a:r>
              <a:rPr lang="en-US" altLang="ko-KR" dirty="0"/>
              <a:t>main branch</a:t>
            </a:r>
            <a:r>
              <a:rPr lang="ko-KR" altLang="en-US" dirty="0"/>
              <a:t>에서 </a:t>
            </a:r>
            <a:r>
              <a:rPr lang="ko-KR" altLang="en-US" dirty="0">
                <a:solidFill>
                  <a:srgbClr val="FF0000"/>
                </a:solidFill>
              </a:rPr>
              <a:t>본인 작업 </a:t>
            </a:r>
            <a:r>
              <a:rPr lang="en-US" altLang="ko-KR" dirty="0">
                <a:solidFill>
                  <a:srgbClr val="FF0000"/>
                </a:solidFill>
              </a:rPr>
              <a:t>branch</a:t>
            </a:r>
            <a:r>
              <a:rPr lang="ko-KR" altLang="en-US" dirty="0">
                <a:solidFill>
                  <a:srgbClr val="FF0000"/>
                </a:solidFill>
              </a:rPr>
              <a:t>로 </a:t>
            </a:r>
            <a:r>
              <a:rPr lang="en-US" altLang="ko-KR" dirty="0">
                <a:solidFill>
                  <a:srgbClr val="FF0000"/>
                </a:solidFill>
              </a:rPr>
              <a:t>pull </a:t>
            </a:r>
            <a:r>
              <a:rPr lang="ko-KR" altLang="en-US" dirty="0">
                <a:solidFill>
                  <a:srgbClr val="FF0000"/>
                </a:solidFill>
              </a:rPr>
              <a:t>후 작업 시작할 것</a:t>
            </a:r>
            <a:r>
              <a:rPr lang="en-US" altLang="ko-KR" dirty="0"/>
              <a:t>. (</a:t>
            </a:r>
            <a:r>
              <a:rPr lang="ko-KR" altLang="en-US" dirty="0"/>
              <a:t>최신 버전에서 본인의 코드를 작성해야 충돌이 </a:t>
            </a:r>
            <a:r>
              <a:rPr lang="ko-KR" altLang="en-US" dirty="0" err="1"/>
              <a:t>안남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44528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303</Words>
  <Application>Microsoft Office PowerPoint</Application>
  <PresentationFormat>와이드스크린</PresentationFormat>
  <Paragraphs>37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Github 사용법</vt:lpstr>
      <vt:lpstr>깃허브</vt:lpstr>
      <vt:lpstr>Main branch 파일 소개</vt:lpstr>
      <vt:lpstr>Branch</vt:lpstr>
      <vt:lpstr>Branch</vt:lpstr>
      <vt:lpstr>Branch 소개</vt:lpstr>
      <vt:lpstr>본인이 바꾼 코드를 main branch로 옮기고 싶다면? Pull Request!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운영 정책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 ho lee</dc:creator>
  <cp:lastModifiedBy>jun ho lee</cp:lastModifiedBy>
  <cp:revision>1</cp:revision>
  <dcterms:created xsi:type="dcterms:W3CDTF">2025-11-10T15:28:06Z</dcterms:created>
  <dcterms:modified xsi:type="dcterms:W3CDTF">2025-11-10T15:51:32Z</dcterms:modified>
</cp:coreProperties>
</file>
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66" r:id="rId4"/>
    <p:sldId id="258" r:id="rId5"/>
    <p:sldId id="278" r:id="rId6"/>
    <p:sldId id="279" r:id="rId7"/>
    <p:sldId id="259" r:id="rId8"/>
    <p:sldId id="280" r:id="rId9"/>
    <p:sldId id="281" r:id="rId10"/>
    <p:sldId id="260" r:id="rId11"/>
    <p:sldId id="283" r:id="rId12"/>
    <p:sldId id="261" r:id="rId13"/>
    <p:sldId id="284" r:id="rId14"/>
    <p:sldId id="262" r:id="rId15"/>
    <p:sldId id="286" r:id="rId16"/>
    <p:sldId id="263" r:id="rId17"/>
    <p:sldId id="268" r:id="rId18"/>
    <p:sldId id="267" r:id="rId19"/>
    <p:sldId id="269" r:id="rId20"/>
    <p:sldId id="288" r:id="rId21"/>
    <p:sldId id="270" r:id="rId22"/>
    <p:sldId id="289" r:id="rId23"/>
    <p:sldId id="291" r:id="rId24"/>
    <p:sldId id="271" r:id="rId25"/>
    <p:sldId id="292" r:id="rId26"/>
    <p:sldId id="293" r:id="rId27"/>
    <p:sldId id="272" r:id="rId28"/>
    <p:sldId id="294" r:id="rId29"/>
    <p:sldId id="273" r:id="rId30"/>
    <p:sldId id="295" r:id="rId31"/>
    <p:sldId id="274" r:id="rId32"/>
    <p:sldId id="296" r:id="rId33"/>
    <p:sldId id="275" r:id="rId34"/>
    <p:sldId id="297" r:id="rId35"/>
    <p:sldId id="276" r:id="rId36"/>
    <p:sldId id="299" r:id="rId37"/>
    <p:sldId id="298" r:id="rId38"/>
    <p:sldId id="300" r:id="rId39"/>
    <p:sldId id="277" r:id="rId4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988AE9-B4DD-4D00-8992-B49108A33C27}" v="128" dt="2025-11-04T04:06:09.8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62" autoAdjust="0"/>
    <p:restoredTop sz="94660"/>
  </p:normalViewPr>
  <p:slideViewPr>
    <p:cSldViewPr snapToGrid="0">
      <p:cViewPr varScale="1">
        <p:scale>
          <a:sx n="75" d="100"/>
          <a:sy n="75" d="100"/>
        </p:scale>
        <p:origin x="978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창한 권" userId="54789885588d3f55" providerId="LiveId" clId="{EB857187-E6CB-4A8E-853C-38E45C33FAD5}"/>
    <pc:docChg chg="undo custSel addSld delSld modSld sldOrd">
      <pc:chgData name="창한 권" userId="54789885588d3f55" providerId="LiveId" clId="{EB857187-E6CB-4A8E-853C-38E45C33FAD5}" dt="2025-11-04T04:12:28.638" v="14010"/>
      <pc:docMkLst>
        <pc:docMk/>
      </pc:docMkLst>
      <pc:sldChg chg="addSp modSp mod">
        <pc:chgData name="창한 권" userId="54789885588d3f55" providerId="LiveId" clId="{EB857187-E6CB-4A8E-853C-38E45C33FAD5}" dt="2025-10-30T14:34:33.921" v="3966" actId="20577"/>
        <pc:sldMkLst>
          <pc:docMk/>
          <pc:sldMk cId="3257254365" sldId="257"/>
        </pc:sldMkLst>
        <pc:spChg chg="mod">
          <ac:chgData name="창한 권" userId="54789885588d3f55" providerId="LiveId" clId="{EB857187-E6CB-4A8E-853C-38E45C33FAD5}" dt="2025-10-30T14:32:19.730" v="3777" actId="1076"/>
          <ac:spMkLst>
            <pc:docMk/>
            <pc:sldMk cId="3257254365" sldId="257"/>
            <ac:spMk id="4" creationId="{3D4A1EB4-CC2D-BC9F-FA55-E6EF1910EC86}"/>
          </ac:spMkLst>
        </pc:spChg>
        <pc:spChg chg="add mod">
          <ac:chgData name="창한 권" userId="54789885588d3f55" providerId="LiveId" clId="{EB857187-E6CB-4A8E-853C-38E45C33FAD5}" dt="2025-10-30T14:32:44.446" v="3803" actId="1076"/>
          <ac:spMkLst>
            <pc:docMk/>
            <pc:sldMk cId="3257254365" sldId="257"/>
            <ac:spMk id="6" creationId="{A830F01E-C7AD-3295-758F-2EB05749714B}"/>
          </ac:spMkLst>
        </pc:spChg>
        <pc:spChg chg="add mod">
          <ac:chgData name="창한 권" userId="54789885588d3f55" providerId="LiveId" clId="{EB857187-E6CB-4A8E-853C-38E45C33FAD5}" dt="2025-10-30T14:34:33.921" v="3966" actId="20577"/>
          <ac:spMkLst>
            <pc:docMk/>
            <pc:sldMk cId="3257254365" sldId="257"/>
            <ac:spMk id="7" creationId="{6AFF0709-615E-F4F5-21FD-854DA950371F}"/>
          </ac:spMkLst>
        </pc:spChg>
      </pc:sldChg>
      <pc:sldChg chg="addSp modSp mod ord">
        <pc:chgData name="창한 권" userId="54789885588d3f55" providerId="LiveId" clId="{EB857187-E6CB-4A8E-853C-38E45C33FAD5}" dt="2025-11-04T04:12:28.638" v="14010"/>
        <pc:sldMkLst>
          <pc:docMk/>
          <pc:sldMk cId="605444496" sldId="258"/>
        </pc:sldMkLst>
        <pc:picChg chg="add mod">
          <ac:chgData name="창한 권" userId="54789885588d3f55" providerId="LiveId" clId="{EB857187-E6CB-4A8E-853C-38E45C33FAD5}" dt="2025-11-03T08:18:18.340" v="7655" actId="1076"/>
          <ac:picMkLst>
            <pc:docMk/>
            <pc:sldMk cId="605444496" sldId="258"/>
            <ac:picMk id="5" creationId="{AAB000A1-E989-FF46-143F-C894CB154C7D}"/>
          </ac:picMkLst>
        </pc:picChg>
      </pc:sldChg>
      <pc:sldChg chg="addSp delSp modSp mod">
        <pc:chgData name="창한 권" userId="54789885588d3f55" providerId="LiveId" clId="{EB857187-E6CB-4A8E-853C-38E45C33FAD5}" dt="2025-11-03T08:17:35.228" v="7641" actId="22"/>
        <pc:sldMkLst>
          <pc:docMk/>
          <pc:sldMk cId="961593580" sldId="259"/>
        </pc:sldMkLst>
        <pc:picChg chg="add del mod">
          <ac:chgData name="창한 권" userId="54789885588d3f55" providerId="LiveId" clId="{EB857187-E6CB-4A8E-853C-38E45C33FAD5}" dt="2025-11-03T08:17:35.228" v="7641" actId="22"/>
          <ac:picMkLst>
            <pc:docMk/>
            <pc:sldMk cId="961593580" sldId="259"/>
            <ac:picMk id="5" creationId="{C6A6BB09-78C4-398E-29FF-DDA7277015A7}"/>
          </ac:picMkLst>
        </pc:picChg>
      </pc:sldChg>
      <pc:sldChg chg="addSp modSp mod">
        <pc:chgData name="창한 권" userId="54789885588d3f55" providerId="LiveId" clId="{EB857187-E6CB-4A8E-853C-38E45C33FAD5}" dt="2025-11-03T08:17:51.168" v="7651" actId="1076"/>
        <pc:sldMkLst>
          <pc:docMk/>
          <pc:sldMk cId="307483132" sldId="260"/>
        </pc:sldMkLst>
        <pc:picChg chg="add mod">
          <ac:chgData name="창한 권" userId="54789885588d3f55" providerId="LiveId" clId="{EB857187-E6CB-4A8E-853C-38E45C33FAD5}" dt="2025-11-03T08:17:51.168" v="7651" actId="1076"/>
          <ac:picMkLst>
            <pc:docMk/>
            <pc:sldMk cId="307483132" sldId="260"/>
            <ac:picMk id="5" creationId="{57375D8A-52DA-FBEE-757C-6AB5507D4325}"/>
          </ac:picMkLst>
        </pc:picChg>
      </pc:sldChg>
      <pc:sldChg chg="addSp modSp mod">
        <pc:chgData name="창한 권" userId="54789885588d3f55" providerId="LiveId" clId="{EB857187-E6CB-4A8E-853C-38E45C33FAD5}" dt="2025-11-03T08:32:08.296" v="8260" actId="207"/>
        <pc:sldMkLst>
          <pc:docMk/>
          <pc:sldMk cId="3864864522" sldId="261"/>
        </pc:sldMkLst>
        <pc:spChg chg="add mod">
          <ac:chgData name="창한 권" userId="54789885588d3f55" providerId="LiveId" clId="{EB857187-E6CB-4A8E-853C-38E45C33FAD5}" dt="2025-11-03T08:32:08.296" v="8260" actId="207"/>
          <ac:spMkLst>
            <pc:docMk/>
            <pc:sldMk cId="3864864522" sldId="261"/>
            <ac:spMk id="6" creationId="{949B755A-CA4D-AA4C-0315-A2196AD1E1A9}"/>
          </ac:spMkLst>
        </pc:spChg>
        <pc:picChg chg="add mod">
          <ac:chgData name="창한 권" userId="54789885588d3f55" providerId="LiveId" clId="{EB857187-E6CB-4A8E-853C-38E45C33FAD5}" dt="2025-11-03T08:28:42.928" v="7996" actId="1076"/>
          <ac:picMkLst>
            <pc:docMk/>
            <pc:sldMk cId="3864864522" sldId="261"/>
            <ac:picMk id="5" creationId="{4F5911EE-E1F7-8A6B-188E-8F5C1312AC46}"/>
          </ac:picMkLst>
        </pc:picChg>
      </pc:sldChg>
      <pc:sldChg chg="modSp add mod">
        <pc:chgData name="창한 권" userId="54789885588d3f55" providerId="LiveId" clId="{EB857187-E6CB-4A8E-853C-38E45C33FAD5}" dt="2025-10-30T14:00:27.667" v="671" actId="20577"/>
        <pc:sldMkLst>
          <pc:docMk/>
          <pc:sldMk cId="3287379137" sldId="262"/>
        </pc:sldMkLst>
        <pc:spChg chg="mod">
          <ac:chgData name="창한 권" userId="54789885588d3f55" providerId="LiveId" clId="{EB857187-E6CB-4A8E-853C-38E45C33FAD5}" dt="2025-10-30T13:57:37.244" v="21" actId="20577"/>
          <ac:spMkLst>
            <pc:docMk/>
            <pc:sldMk cId="3287379137" sldId="262"/>
            <ac:spMk id="2" creationId="{2482489D-5010-078B-9FCE-2CBB6F0ACCC0}"/>
          </ac:spMkLst>
        </pc:spChg>
        <pc:spChg chg="mod">
          <ac:chgData name="창한 권" userId="54789885588d3f55" providerId="LiveId" clId="{EB857187-E6CB-4A8E-853C-38E45C33FAD5}" dt="2025-10-30T14:00:27.667" v="671" actId="20577"/>
          <ac:spMkLst>
            <pc:docMk/>
            <pc:sldMk cId="3287379137" sldId="262"/>
            <ac:spMk id="3" creationId="{773D9BAC-BF08-79ED-7CFB-C0F4AAE88148}"/>
          </ac:spMkLst>
        </pc:spChg>
      </pc:sldChg>
      <pc:sldChg chg="modSp add mod">
        <pc:chgData name="창한 권" userId="54789885588d3f55" providerId="LiveId" clId="{EB857187-E6CB-4A8E-853C-38E45C33FAD5}" dt="2025-10-30T14:04:41.547" v="1201" actId="20577"/>
        <pc:sldMkLst>
          <pc:docMk/>
          <pc:sldMk cId="2715255114" sldId="263"/>
        </pc:sldMkLst>
        <pc:spChg chg="mod">
          <ac:chgData name="창한 권" userId="54789885588d3f55" providerId="LiveId" clId="{EB857187-E6CB-4A8E-853C-38E45C33FAD5}" dt="2025-10-30T14:02:05.878" v="682" actId="20577"/>
          <ac:spMkLst>
            <pc:docMk/>
            <pc:sldMk cId="2715255114" sldId="263"/>
            <ac:spMk id="2" creationId="{4C73B2F8-94AF-753C-1673-3AD1F53C0E5A}"/>
          </ac:spMkLst>
        </pc:spChg>
        <pc:spChg chg="mod">
          <ac:chgData name="창한 권" userId="54789885588d3f55" providerId="LiveId" clId="{EB857187-E6CB-4A8E-853C-38E45C33FAD5}" dt="2025-10-30T14:04:41.547" v="1201" actId="20577"/>
          <ac:spMkLst>
            <pc:docMk/>
            <pc:sldMk cId="2715255114" sldId="263"/>
            <ac:spMk id="3" creationId="{A3079078-017A-70CC-1863-EB184ADEAC6A}"/>
          </ac:spMkLst>
        </pc:spChg>
      </pc:sldChg>
      <pc:sldChg chg="addSp delSp modSp add mod">
        <pc:chgData name="창한 권" userId="54789885588d3f55" providerId="LiveId" clId="{EB857187-E6CB-4A8E-853C-38E45C33FAD5}" dt="2025-10-30T14:05:11.271" v="1226" actId="20577"/>
        <pc:sldMkLst>
          <pc:docMk/>
          <pc:sldMk cId="1891453147" sldId="266"/>
        </pc:sldMkLst>
        <pc:spChg chg="mod">
          <ac:chgData name="창한 권" userId="54789885588d3f55" providerId="LiveId" clId="{EB857187-E6CB-4A8E-853C-38E45C33FAD5}" dt="2025-10-30T14:05:11.271" v="1226" actId="20577"/>
          <ac:spMkLst>
            <pc:docMk/>
            <pc:sldMk cId="1891453147" sldId="266"/>
            <ac:spMk id="2" creationId="{29D7FD3E-0C4B-384F-45FF-2175EF358927}"/>
          </ac:spMkLst>
        </pc:spChg>
      </pc:sldChg>
      <pc:sldChg chg="modSp add mod">
        <pc:chgData name="창한 권" userId="54789885588d3f55" providerId="LiveId" clId="{EB857187-E6CB-4A8E-853C-38E45C33FAD5}" dt="2025-10-30T14:05:25.934" v="1244" actId="20577"/>
        <pc:sldMkLst>
          <pc:docMk/>
          <pc:sldMk cId="2682785447" sldId="267"/>
        </pc:sldMkLst>
        <pc:spChg chg="mod">
          <ac:chgData name="창한 권" userId="54789885588d3f55" providerId="LiveId" clId="{EB857187-E6CB-4A8E-853C-38E45C33FAD5}" dt="2025-10-30T14:05:25.934" v="1244" actId="20577"/>
          <ac:spMkLst>
            <pc:docMk/>
            <pc:sldMk cId="2682785447" sldId="267"/>
            <ac:spMk id="2" creationId="{262BE143-F903-DD23-A2A5-6F39FAEBC819}"/>
          </ac:spMkLst>
        </pc:spChg>
      </pc:sldChg>
      <pc:sldChg chg="addSp delSp modSp add mod setBg addAnim delAnim">
        <pc:chgData name="창한 권" userId="54789885588d3f55" providerId="LiveId" clId="{EB857187-E6CB-4A8E-853C-38E45C33FAD5}" dt="2025-10-30T14:11:10.072" v="1329" actId="20577"/>
        <pc:sldMkLst>
          <pc:docMk/>
          <pc:sldMk cId="2943044716" sldId="268"/>
        </pc:sldMkLst>
        <pc:spChg chg="mod">
          <ac:chgData name="창한 권" userId="54789885588d3f55" providerId="LiveId" clId="{EB857187-E6CB-4A8E-853C-38E45C33FAD5}" dt="2025-10-30T14:11:10.072" v="1329" actId="20577"/>
          <ac:spMkLst>
            <pc:docMk/>
            <pc:sldMk cId="2943044716" sldId="268"/>
            <ac:spMk id="2" creationId="{91160A45-5021-F28D-71EF-A3DBB944515A}"/>
          </ac:spMkLst>
        </pc:spChg>
        <pc:spChg chg="add">
          <ac:chgData name="창한 권" userId="54789885588d3f55" providerId="LiveId" clId="{EB857187-E6CB-4A8E-853C-38E45C33FAD5}" dt="2025-10-30T14:10:31.150" v="1295" actId="26606"/>
          <ac:spMkLst>
            <pc:docMk/>
            <pc:sldMk cId="2943044716" sldId="268"/>
            <ac:spMk id="43" creationId="{BA79A7CF-01AF-4178-9369-94E0C90EB046}"/>
          </ac:spMkLst>
        </pc:spChg>
        <pc:spChg chg="add">
          <ac:chgData name="창한 권" userId="54789885588d3f55" providerId="LiveId" clId="{EB857187-E6CB-4A8E-853C-38E45C33FAD5}" dt="2025-10-30T14:10:31.150" v="1295" actId="26606"/>
          <ac:spMkLst>
            <pc:docMk/>
            <pc:sldMk cId="2943044716" sldId="268"/>
            <ac:spMk id="44" creationId="{99413ED5-9ED4-4772-BCE4-2BCAE6B12E35}"/>
          </ac:spMkLst>
        </pc:spChg>
        <pc:spChg chg="add">
          <ac:chgData name="창한 권" userId="54789885588d3f55" providerId="LiveId" clId="{EB857187-E6CB-4A8E-853C-38E45C33FAD5}" dt="2025-10-30T14:10:31.150" v="1295" actId="26606"/>
          <ac:spMkLst>
            <pc:docMk/>
            <pc:sldMk cId="2943044716" sldId="268"/>
            <ac:spMk id="45" creationId="{04357C93-F0CB-4A1C-8F77-4E9063789819}"/>
          </ac:spMkLst>
        </pc:spChg>
        <pc:spChg chg="add">
          <ac:chgData name="창한 권" userId="54789885588d3f55" providerId="LiveId" clId="{EB857187-E6CB-4A8E-853C-38E45C33FAD5}" dt="2025-10-30T14:10:31.150" v="1295" actId="26606"/>
          <ac:spMkLst>
            <pc:docMk/>
            <pc:sldMk cId="2943044716" sldId="268"/>
            <ac:spMk id="46" creationId="{90F533E9-6690-41A8-A372-4C6C622D028D}"/>
          </ac:spMkLst>
        </pc:spChg>
        <pc:picChg chg="add mod">
          <ac:chgData name="창한 권" userId="54789885588d3f55" providerId="LiveId" clId="{EB857187-E6CB-4A8E-853C-38E45C33FAD5}" dt="2025-10-30T14:10:59.117" v="1307" actId="1076"/>
          <ac:picMkLst>
            <pc:docMk/>
            <pc:sldMk cId="2943044716" sldId="268"/>
            <ac:picMk id="9" creationId="{5AF3E23D-C398-B092-7103-993D40A81AF6}"/>
          </ac:picMkLst>
        </pc:picChg>
      </pc:sldChg>
      <pc:sldChg chg="modSp add mod">
        <pc:chgData name="창한 권" userId="54789885588d3f55" providerId="LiveId" clId="{EB857187-E6CB-4A8E-853C-38E45C33FAD5}" dt="2025-10-30T14:13:43.078" v="1515"/>
        <pc:sldMkLst>
          <pc:docMk/>
          <pc:sldMk cId="499653676" sldId="269"/>
        </pc:sldMkLst>
        <pc:spChg chg="mod">
          <ac:chgData name="창한 권" userId="54789885588d3f55" providerId="LiveId" clId="{EB857187-E6CB-4A8E-853C-38E45C33FAD5}" dt="2025-10-30T14:12:00.248" v="1341" actId="20577"/>
          <ac:spMkLst>
            <pc:docMk/>
            <pc:sldMk cId="499653676" sldId="269"/>
            <ac:spMk id="2" creationId="{8F761647-EB28-9BC0-80A8-8933D9A400AB}"/>
          </ac:spMkLst>
        </pc:spChg>
        <pc:spChg chg="mod">
          <ac:chgData name="창한 권" userId="54789885588d3f55" providerId="LiveId" clId="{EB857187-E6CB-4A8E-853C-38E45C33FAD5}" dt="2025-10-30T14:13:43.078" v="1515"/>
          <ac:spMkLst>
            <pc:docMk/>
            <pc:sldMk cId="499653676" sldId="269"/>
            <ac:spMk id="3" creationId="{FA5C0DDD-56A1-9A74-A01D-AFE0206EE21D}"/>
          </ac:spMkLst>
        </pc:spChg>
      </pc:sldChg>
      <pc:sldChg chg="modSp add mod">
        <pc:chgData name="창한 권" userId="54789885588d3f55" providerId="LiveId" clId="{EB857187-E6CB-4A8E-853C-38E45C33FAD5}" dt="2025-10-30T14:17:11.981" v="2062" actId="14100"/>
        <pc:sldMkLst>
          <pc:docMk/>
          <pc:sldMk cId="2841117581" sldId="270"/>
        </pc:sldMkLst>
        <pc:spChg chg="mod">
          <ac:chgData name="창한 권" userId="54789885588d3f55" providerId="LiveId" clId="{EB857187-E6CB-4A8E-853C-38E45C33FAD5}" dt="2025-10-30T14:14:30.185" v="1530" actId="20577"/>
          <ac:spMkLst>
            <pc:docMk/>
            <pc:sldMk cId="2841117581" sldId="270"/>
            <ac:spMk id="2" creationId="{861F34BB-E56E-3EAC-44F6-52EAB54E4C2C}"/>
          </ac:spMkLst>
        </pc:spChg>
        <pc:spChg chg="mod">
          <ac:chgData name="창한 권" userId="54789885588d3f55" providerId="LiveId" clId="{EB857187-E6CB-4A8E-853C-38E45C33FAD5}" dt="2025-10-30T14:17:11.981" v="2062" actId="14100"/>
          <ac:spMkLst>
            <pc:docMk/>
            <pc:sldMk cId="2841117581" sldId="270"/>
            <ac:spMk id="3" creationId="{152A1FDC-479E-8BFB-96DA-B670B7013814}"/>
          </ac:spMkLst>
        </pc:spChg>
      </pc:sldChg>
      <pc:sldChg chg="addSp delSp modSp add mod">
        <pc:chgData name="창한 권" userId="54789885588d3f55" providerId="LiveId" clId="{EB857187-E6CB-4A8E-853C-38E45C33FAD5}" dt="2025-11-03T10:52:24.972" v="9273" actId="22"/>
        <pc:sldMkLst>
          <pc:docMk/>
          <pc:sldMk cId="181007099" sldId="271"/>
        </pc:sldMkLst>
        <pc:spChg chg="mod">
          <ac:chgData name="창한 권" userId="54789885588d3f55" providerId="LiveId" clId="{EB857187-E6CB-4A8E-853C-38E45C33FAD5}" dt="2025-10-30T14:17:36.942" v="2081" actId="20577"/>
          <ac:spMkLst>
            <pc:docMk/>
            <pc:sldMk cId="181007099" sldId="271"/>
            <ac:spMk id="2" creationId="{244D6034-94AC-1084-1346-6C25F9C294AD}"/>
          </ac:spMkLst>
        </pc:spChg>
        <pc:spChg chg="mod">
          <ac:chgData name="창한 권" userId="54789885588d3f55" providerId="LiveId" clId="{EB857187-E6CB-4A8E-853C-38E45C33FAD5}" dt="2025-10-30T14:19:10.847" v="2251" actId="20577"/>
          <ac:spMkLst>
            <pc:docMk/>
            <pc:sldMk cId="181007099" sldId="271"/>
            <ac:spMk id="3" creationId="{9BDE7F33-8A17-12C1-0EB8-7DE41975366D}"/>
          </ac:spMkLst>
        </pc:spChg>
        <pc:spChg chg="add del">
          <ac:chgData name="창한 권" userId="54789885588d3f55" providerId="LiveId" clId="{EB857187-E6CB-4A8E-853C-38E45C33FAD5}" dt="2025-11-03T10:52:22.356" v="9271" actId="22"/>
          <ac:spMkLst>
            <pc:docMk/>
            <pc:sldMk cId="181007099" sldId="271"/>
            <ac:spMk id="5" creationId="{3DCAC8A8-53FF-9285-14E8-FAA4B0892A74}"/>
          </ac:spMkLst>
        </pc:spChg>
        <pc:spChg chg="add del">
          <ac:chgData name="창한 권" userId="54789885588d3f55" providerId="LiveId" clId="{EB857187-E6CB-4A8E-853C-38E45C33FAD5}" dt="2025-11-03T10:52:24.972" v="9273" actId="22"/>
          <ac:spMkLst>
            <pc:docMk/>
            <pc:sldMk cId="181007099" sldId="271"/>
            <ac:spMk id="7" creationId="{B0EEA31D-AEC3-2649-F5D8-79BB7127E36B}"/>
          </ac:spMkLst>
        </pc:spChg>
      </pc:sldChg>
      <pc:sldChg chg="modSp add mod">
        <pc:chgData name="창한 권" userId="54789885588d3f55" providerId="LiveId" clId="{EB857187-E6CB-4A8E-853C-38E45C33FAD5}" dt="2025-10-30T14:20:37.693" v="2614" actId="20577"/>
        <pc:sldMkLst>
          <pc:docMk/>
          <pc:sldMk cId="859000154" sldId="272"/>
        </pc:sldMkLst>
        <pc:spChg chg="mod">
          <ac:chgData name="창한 권" userId="54789885588d3f55" providerId="LiveId" clId="{EB857187-E6CB-4A8E-853C-38E45C33FAD5}" dt="2025-10-30T14:19:32.272" v="2270" actId="20577"/>
          <ac:spMkLst>
            <pc:docMk/>
            <pc:sldMk cId="859000154" sldId="272"/>
            <ac:spMk id="2" creationId="{62705029-0D3A-9D27-E399-CFC9125D1F7D}"/>
          </ac:spMkLst>
        </pc:spChg>
        <pc:spChg chg="mod">
          <ac:chgData name="창한 권" userId="54789885588d3f55" providerId="LiveId" clId="{EB857187-E6CB-4A8E-853C-38E45C33FAD5}" dt="2025-10-30T14:20:37.693" v="2614" actId="20577"/>
          <ac:spMkLst>
            <pc:docMk/>
            <pc:sldMk cId="859000154" sldId="272"/>
            <ac:spMk id="3" creationId="{D8C37802-AFEF-B221-F508-A4B88B550D9A}"/>
          </ac:spMkLst>
        </pc:spChg>
      </pc:sldChg>
      <pc:sldChg chg="modSp add mod">
        <pc:chgData name="창한 권" userId="54789885588d3f55" providerId="LiveId" clId="{EB857187-E6CB-4A8E-853C-38E45C33FAD5}" dt="2025-10-30T14:21:54.360" v="2867" actId="20577"/>
        <pc:sldMkLst>
          <pc:docMk/>
          <pc:sldMk cId="2314328841" sldId="273"/>
        </pc:sldMkLst>
        <pc:spChg chg="mod">
          <ac:chgData name="창한 권" userId="54789885588d3f55" providerId="LiveId" clId="{EB857187-E6CB-4A8E-853C-38E45C33FAD5}" dt="2025-10-30T14:20:58.161" v="2627" actId="20577"/>
          <ac:spMkLst>
            <pc:docMk/>
            <pc:sldMk cId="2314328841" sldId="273"/>
            <ac:spMk id="2" creationId="{D460A747-00C0-510C-82C4-29C4F668DEA8}"/>
          </ac:spMkLst>
        </pc:spChg>
        <pc:spChg chg="mod">
          <ac:chgData name="창한 권" userId="54789885588d3f55" providerId="LiveId" clId="{EB857187-E6CB-4A8E-853C-38E45C33FAD5}" dt="2025-10-30T14:21:54.360" v="2867" actId="20577"/>
          <ac:spMkLst>
            <pc:docMk/>
            <pc:sldMk cId="2314328841" sldId="273"/>
            <ac:spMk id="3" creationId="{566C6BD8-F34D-F79D-E4B5-546EC9274E1D}"/>
          </ac:spMkLst>
        </pc:spChg>
      </pc:sldChg>
      <pc:sldChg chg="addSp delSp modSp add mod">
        <pc:chgData name="창한 권" userId="54789885588d3f55" providerId="LiveId" clId="{EB857187-E6CB-4A8E-853C-38E45C33FAD5}" dt="2025-10-30T14:25:21.402" v="3194" actId="22"/>
        <pc:sldMkLst>
          <pc:docMk/>
          <pc:sldMk cId="3726170974" sldId="274"/>
        </pc:sldMkLst>
        <pc:spChg chg="mod">
          <ac:chgData name="창한 권" userId="54789885588d3f55" providerId="LiveId" clId="{EB857187-E6CB-4A8E-853C-38E45C33FAD5}" dt="2025-10-30T14:22:24.915" v="2879" actId="20577"/>
          <ac:spMkLst>
            <pc:docMk/>
            <pc:sldMk cId="3726170974" sldId="274"/>
            <ac:spMk id="2" creationId="{F751F1FE-6D56-E62A-3FE0-740F3C80001E}"/>
          </ac:spMkLst>
        </pc:spChg>
        <pc:spChg chg="mod">
          <ac:chgData name="창한 권" userId="54789885588d3f55" providerId="LiveId" clId="{EB857187-E6CB-4A8E-853C-38E45C33FAD5}" dt="2025-10-30T14:24:55.784" v="3192" actId="20577"/>
          <ac:spMkLst>
            <pc:docMk/>
            <pc:sldMk cId="3726170974" sldId="274"/>
            <ac:spMk id="3" creationId="{8128F966-C5DB-1C99-F630-B3F7E02BEBEA}"/>
          </ac:spMkLst>
        </pc:spChg>
      </pc:sldChg>
      <pc:sldChg chg="modSp add mod">
        <pc:chgData name="창한 권" userId="54789885588d3f55" providerId="LiveId" clId="{EB857187-E6CB-4A8E-853C-38E45C33FAD5}" dt="2025-10-30T14:26:56.898" v="3529"/>
        <pc:sldMkLst>
          <pc:docMk/>
          <pc:sldMk cId="2046250714" sldId="275"/>
        </pc:sldMkLst>
        <pc:spChg chg="mod">
          <ac:chgData name="창한 권" userId="54789885588d3f55" providerId="LiveId" clId="{EB857187-E6CB-4A8E-853C-38E45C33FAD5}" dt="2025-10-30T14:25:29.543" v="3214" actId="20577"/>
          <ac:spMkLst>
            <pc:docMk/>
            <pc:sldMk cId="2046250714" sldId="275"/>
            <ac:spMk id="2" creationId="{78C02717-8733-8ED1-8128-0091D0F6B690}"/>
          </ac:spMkLst>
        </pc:spChg>
        <pc:spChg chg="mod">
          <ac:chgData name="창한 권" userId="54789885588d3f55" providerId="LiveId" clId="{EB857187-E6CB-4A8E-853C-38E45C33FAD5}" dt="2025-10-30T14:26:56.898" v="3529"/>
          <ac:spMkLst>
            <pc:docMk/>
            <pc:sldMk cId="2046250714" sldId="275"/>
            <ac:spMk id="3" creationId="{A793CEFF-414A-D2AC-3F4B-6D81F2C0DEE6}"/>
          </ac:spMkLst>
        </pc:spChg>
      </pc:sldChg>
      <pc:sldChg chg="modSp add mod">
        <pc:chgData name="창한 권" userId="54789885588d3f55" providerId="LiveId" clId="{EB857187-E6CB-4A8E-853C-38E45C33FAD5}" dt="2025-11-03T12:37:52.843" v="12233" actId="20577"/>
        <pc:sldMkLst>
          <pc:docMk/>
          <pc:sldMk cId="3973889893" sldId="276"/>
        </pc:sldMkLst>
        <pc:spChg chg="mod">
          <ac:chgData name="창한 권" userId="54789885588d3f55" providerId="LiveId" clId="{EB857187-E6CB-4A8E-853C-38E45C33FAD5}" dt="2025-10-30T14:27:14.748" v="3578" actId="20577"/>
          <ac:spMkLst>
            <pc:docMk/>
            <pc:sldMk cId="3973889893" sldId="276"/>
            <ac:spMk id="2" creationId="{6669FC69-543C-F7ED-E34E-653C2F5F477A}"/>
          </ac:spMkLst>
        </pc:spChg>
        <pc:spChg chg="mod">
          <ac:chgData name="창한 권" userId="54789885588d3f55" providerId="LiveId" clId="{EB857187-E6CB-4A8E-853C-38E45C33FAD5}" dt="2025-11-03T12:37:52.843" v="12233" actId="20577"/>
          <ac:spMkLst>
            <pc:docMk/>
            <pc:sldMk cId="3973889893" sldId="276"/>
            <ac:spMk id="3" creationId="{4B587FD7-F0CD-F932-D9BA-183E7028EB51}"/>
          </ac:spMkLst>
        </pc:spChg>
      </pc:sldChg>
      <pc:sldChg chg="addSp delSp modSp new mod setBg addAnim delAnim">
        <pc:chgData name="창한 권" userId="54789885588d3f55" providerId="LiveId" clId="{EB857187-E6CB-4A8E-853C-38E45C33FAD5}" dt="2025-10-30T14:30:50.826" v="3769" actId="1076"/>
        <pc:sldMkLst>
          <pc:docMk/>
          <pc:sldMk cId="3444095597" sldId="277"/>
        </pc:sldMkLst>
        <pc:spChg chg="add del mod ord">
          <ac:chgData name="창한 권" userId="54789885588d3f55" providerId="LiveId" clId="{EB857187-E6CB-4A8E-853C-38E45C33FAD5}" dt="2025-10-30T14:30:40.898" v="3762" actId="26606"/>
          <ac:spMkLst>
            <pc:docMk/>
            <pc:sldMk cId="3444095597" sldId="277"/>
            <ac:spMk id="2" creationId="{4E0BF509-F938-196B-65CB-F8FCC3AF0CE1}"/>
          </ac:spMkLst>
        </pc:spChg>
        <pc:spChg chg="add">
          <ac:chgData name="창한 권" userId="54789885588d3f55" providerId="LiveId" clId="{EB857187-E6CB-4A8E-853C-38E45C33FAD5}" dt="2025-10-30T14:30:40.898" v="3762" actId="26606"/>
          <ac:spMkLst>
            <pc:docMk/>
            <pc:sldMk cId="3444095597" sldId="277"/>
            <ac:spMk id="21" creationId="{B9D7E975-9161-4F2D-AC53-69E1912F6B5D}"/>
          </ac:spMkLst>
        </pc:spChg>
        <pc:spChg chg="add">
          <ac:chgData name="창한 권" userId="54789885588d3f55" providerId="LiveId" clId="{EB857187-E6CB-4A8E-853C-38E45C33FAD5}" dt="2025-10-30T14:30:40.898" v="3762" actId="26606"/>
          <ac:spMkLst>
            <pc:docMk/>
            <pc:sldMk cId="3444095597" sldId="277"/>
            <ac:spMk id="22" creationId="{827DC2C4-B485-428A-BF4A-472D2967F47F}"/>
          </ac:spMkLst>
        </pc:spChg>
        <pc:spChg chg="add">
          <ac:chgData name="창한 권" userId="54789885588d3f55" providerId="LiveId" clId="{EB857187-E6CB-4A8E-853C-38E45C33FAD5}" dt="2025-10-30T14:30:40.898" v="3762" actId="26606"/>
          <ac:spMkLst>
            <pc:docMk/>
            <pc:sldMk cId="3444095597" sldId="277"/>
            <ac:spMk id="23" creationId="{463E6235-1649-4B47-9862-4026FC473B6F}"/>
          </ac:spMkLst>
        </pc:spChg>
        <pc:picChg chg="add mod">
          <ac:chgData name="창한 권" userId="54789885588d3f55" providerId="LiveId" clId="{EB857187-E6CB-4A8E-853C-38E45C33FAD5}" dt="2025-10-30T14:30:50.826" v="3769" actId="1076"/>
          <ac:picMkLst>
            <pc:docMk/>
            <pc:sldMk cId="3444095597" sldId="277"/>
            <ac:picMk id="5" creationId="{20DA2A06-7E42-3738-1F8F-BB48A9CC5742}"/>
          </ac:picMkLst>
        </pc:picChg>
      </pc:sldChg>
      <pc:sldChg chg="addSp delSp modSp add mod">
        <pc:chgData name="창한 권" userId="54789885588d3f55" providerId="LiveId" clId="{EB857187-E6CB-4A8E-853C-38E45C33FAD5}" dt="2025-11-03T01:44:09.519" v="4880" actId="20577"/>
        <pc:sldMkLst>
          <pc:docMk/>
          <pc:sldMk cId="3101989068" sldId="278"/>
        </pc:sldMkLst>
        <pc:spChg chg="mod">
          <ac:chgData name="창한 권" userId="54789885588d3f55" providerId="LiveId" clId="{EB857187-E6CB-4A8E-853C-38E45C33FAD5}" dt="2025-11-03T01:44:09.519" v="4880" actId="20577"/>
          <ac:spMkLst>
            <pc:docMk/>
            <pc:sldMk cId="3101989068" sldId="278"/>
            <ac:spMk id="2" creationId="{DBD9CF27-18F0-72D3-FC2E-B61FE36F463B}"/>
          </ac:spMkLst>
        </pc:spChg>
        <pc:spChg chg="del">
          <ac:chgData name="창한 권" userId="54789885588d3f55" providerId="LiveId" clId="{EB857187-E6CB-4A8E-853C-38E45C33FAD5}" dt="2025-11-03T01:35:29.863" v="3981" actId="478"/>
          <ac:spMkLst>
            <pc:docMk/>
            <pc:sldMk cId="3101989068" sldId="278"/>
            <ac:spMk id="3" creationId="{89F435C9-87D7-94B2-2DF1-81BE716B38F2}"/>
          </ac:spMkLst>
        </pc:spChg>
        <pc:spChg chg="add del mod">
          <ac:chgData name="창한 권" userId="54789885588d3f55" providerId="LiveId" clId="{EB857187-E6CB-4A8E-853C-38E45C33FAD5}" dt="2025-11-03T01:35:33.237" v="3982" actId="478"/>
          <ac:spMkLst>
            <pc:docMk/>
            <pc:sldMk cId="3101989068" sldId="278"/>
            <ac:spMk id="5" creationId="{08191BE2-C6D5-034C-BF42-5F4C779D9B5F}"/>
          </ac:spMkLst>
        </pc:spChg>
        <pc:spChg chg="add mod">
          <ac:chgData name="창한 권" userId="54789885588d3f55" providerId="LiveId" clId="{EB857187-E6CB-4A8E-853C-38E45C33FAD5}" dt="2025-11-03T01:39:03.415" v="4315" actId="1076"/>
          <ac:spMkLst>
            <pc:docMk/>
            <pc:sldMk cId="3101989068" sldId="278"/>
            <ac:spMk id="8" creationId="{3B9A220C-68BE-D56A-8944-0FA424EBCE7B}"/>
          </ac:spMkLst>
        </pc:spChg>
        <pc:spChg chg="add mod">
          <ac:chgData name="창한 권" userId="54789885588d3f55" providerId="LiveId" clId="{EB857187-E6CB-4A8E-853C-38E45C33FAD5}" dt="2025-11-03T01:40:07.434" v="4327" actId="14100"/>
          <ac:spMkLst>
            <pc:docMk/>
            <pc:sldMk cId="3101989068" sldId="278"/>
            <ac:spMk id="9" creationId="{27EBE28D-D9C2-7B4A-127D-3D1064F1507D}"/>
          </ac:spMkLst>
        </pc:spChg>
        <pc:spChg chg="add mod">
          <ac:chgData name="창한 권" userId="54789885588d3f55" providerId="LiveId" clId="{EB857187-E6CB-4A8E-853C-38E45C33FAD5}" dt="2025-11-03T01:40:49.043" v="4372" actId="1076"/>
          <ac:spMkLst>
            <pc:docMk/>
            <pc:sldMk cId="3101989068" sldId="278"/>
            <ac:spMk id="10" creationId="{08A5086E-5874-52EE-2081-DDFA9F3B575C}"/>
          </ac:spMkLst>
        </pc:spChg>
        <pc:spChg chg="add mod">
          <ac:chgData name="창한 권" userId="54789885588d3f55" providerId="LiveId" clId="{EB857187-E6CB-4A8E-853C-38E45C33FAD5}" dt="2025-11-03T01:41:10.473" v="4381" actId="1038"/>
          <ac:spMkLst>
            <pc:docMk/>
            <pc:sldMk cId="3101989068" sldId="278"/>
            <ac:spMk id="11" creationId="{78E4EA8E-96D3-08D1-6883-285AF9C311F7}"/>
          </ac:spMkLst>
        </pc:spChg>
        <pc:spChg chg="add mod">
          <ac:chgData name="창한 권" userId="54789885588d3f55" providerId="LiveId" clId="{EB857187-E6CB-4A8E-853C-38E45C33FAD5}" dt="2025-11-03T01:41:40.495" v="4462" actId="20577"/>
          <ac:spMkLst>
            <pc:docMk/>
            <pc:sldMk cId="3101989068" sldId="278"/>
            <ac:spMk id="12" creationId="{F654A673-9EA4-7EB0-4801-D145E0650899}"/>
          </ac:spMkLst>
        </pc:spChg>
        <pc:spChg chg="add mod">
          <ac:chgData name="창한 권" userId="54789885588d3f55" providerId="LiveId" clId="{EB857187-E6CB-4A8E-853C-38E45C33FAD5}" dt="2025-11-03T01:43:41.204" v="4873" actId="20577"/>
          <ac:spMkLst>
            <pc:docMk/>
            <pc:sldMk cId="3101989068" sldId="278"/>
            <ac:spMk id="13" creationId="{0E7E0946-F6DC-895E-DA89-377C624BB54D}"/>
          </ac:spMkLst>
        </pc:spChg>
        <pc:picChg chg="add mod">
          <ac:chgData name="창한 권" userId="54789885588d3f55" providerId="LiveId" clId="{EB857187-E6CB-4A8E-853C-38E45C33FAD5}" dt="2025-11-03T01:39:04.427" v="4316" actId="1076"/>
          <ac:picMkLst>
            <pc:docMk/>
            <pc:sldMk cId="3101989068" sldId="278"/>
            <ac:picMk id="7" creationId="{C7242438-7F5B-88F9-A44D-432F6DBFDD25}"/>
          </ac:picMkLst>
        </pc:picChg>
      </pc:sldChg>
      <pc:sldChg chg="addSp delSp modSp add mod">
        <pc:chgData name="창한 권" userId="54789885588d3f55" providerId="LiveId" clId="{EB857187-E6CB-4A8E-853C-38E45C33FAD5}" dt="2025-11-03T01:56:01.710" v="5617" actId="1076"/>
        <pc:sldMkLst>
          <pc:docMk/>
          <pc:sldMk cId="4051306770" sldId="279"/>
        </pc:sldMkLst>
        <pc:spChg chg="mod">
          <ac:chgData name="창한 권" userId="54789885588d3f55" providerId="LiveId" clId="{EB857187-E6CB-4A8E-853C-38E45C33FAD5}" dt="2025-11-03T01:44:12.033" v="4882" actId="20577"/>
          <ac:spMkLst>
            <pc:docMk/>
            <pc:sldMk cId="4051306770" sldId="279"/>
            <ac:spMk id="2" creationId="{0B8D281D-9935-A895-3E36-B8B61A7AA11C}"/>
          </ac:spMkLst>
        </pc:spChg>
        <pc:spChg chg="add mod">
          <ac:chgData name="창한 권" userId="54789885588d3f55" providerId="LiveId" clId="{EB857187-E6CB-4A8E-853C-38E45C33FAD5}" dt="2025-11-03T01:46:28.581" v="5164"/>
          <ac:spMkLst>
            <pc:docMk/>
            <pc:sldMk cId="4051306770" sldId="279"/>
            <ac:spMk id="3" creationId="{75A208CB-7D46-874D-1670-216701A527A5}"/>
          </ac:spMkLst>
        </pc:spChg>
        <pc:spChg chg="add mod">
          <ac:chgData name="창한 권" userId="54789885588d3f55" providerId="LiveId" clId="{EB857187-E6CB-4A8E-853C-38E45C33FAD5}" dt="2025-11-03T01:56:01.710" v="5617" actId="1076"/>
          <ac:spMkLst>
            <pc:docMk/>
            <pc:sldMk cId="4051306770" sldId="279"/>
            <ac:spMk id="4" creationId="{90775380-A5B4-9CC8-E0C3-8F2F835832AA}"/>
          </ac:spMkLst>
        </pc:spChg>
        <pc:spChg chg="del">
          <ac:chgData name="창한 권" userId="54789885588d3f55" providerId="LiveId" clId="{EB857187-E6CB-4A8E-853C-38E45C33FAD5}" dt="2025-11-03T01:48:19.461" v="5543" actId="478"/>
          <ac:spMkLst>
            <pc:docMk/>
            <pc:sldMk cId="4051306770" sldId="279"/>
            <ac:spMk id="8" creationId="{6204A786-3A54-EF48-5365-6FB3519447C7}"/>
          </ac:spMkLst>
        </pc:spChg>
        <pc:spChg chg="mod">
          <ac:chgData name="창한 권" userId="54789885588d3f55" providerId="LiveId" clId="{EB857187-E6CB-4A8E-853C-38E45C33FAD5}" dt="2025-11-03T01:55:53.814" v="5615" actId="14100"/>
          <ac:spMkLst>
            <pc:docMk/>
            <pc:sldMk cId="4051306770" sldId="279"/>
            <ac:spMk id="9" creationId="{9A503677-6148-F955-E7A1-59C330300452}"/>
          </ac:spMkLst>
        </pc:spChg>
        <pc:spChg chg="mod">
          <ac:chgData name="창한 권" userId="54789885588d3f55" providerId="LiveId" clId="{EB857187-E6CB-4A8E-853C-38E45C33FAD5}" dt="2025-11-03T01:55:35.415" v="5611" actId="14100"/>
          <ac:spMkLst>
            <pc:docMk/>
            <pc:sldMk cId="4051306770" sldId="279"/>
            <ac:spMk id="10" creationId="{A59EB7A0-E7B8-0C03-D530-18E1A9AC7180}"/>
          </ac:spMkLst>
        </pc:spChg>
        <pc:spChg chg="mod">
          <ac:chgData name="창한 권" userId="54789885588d3f55" providerId="LiveId" clId="{EB857187-E6CB-4A8E-853C-38E45C33FAD5}" dt="2025-11-03T01:55:55.899" v="5616" actId="14100"/>
          <ac:spMkLst>
            <pc:docMk/>
            <pc:sldMk cId="4051306770" sldId="279"/>
            <ac:spMk id="11" creationId="{0758B53B-AE6A-6DA4-8EB2-4385181590DC}"/>
          </ac:spMkLst>
        </pc:spChg>
        <pc:spChg chg="mod">
          <ac:chgData name="창한 권" userId="54789885588d3f55" providerId="LiveId" clId="{EB857187-E6CB-4A8E-853C-38E45C33FAD5}" dt="2025-11-03T01:56:01.710" v="5617" actId="1076"/>
          <ac:spMkLst>
            <pc:docMk/>
            <pc:sldMk cId="4051306770" sldId="279"/>
            <ac:spMk id="12" creationId="{52EBD9FA-9C87-63F5-E79A-A71F4C3A8046}"/>
          </ac:spMkLst>
        </pc:spChg>
        <pc:spChg chg="mod">
          <ac:chgData name="창한 권" userId="54789885588d3f55" providerId="LiveId" clId="{EB857187-E6CB-4A8E-853C-38E45C33FAD5}" dt="2025-11-03T01:56:01.710" v="5617" actId="1076"/>
          <ac:spMkLst>
            <pc:docMk/>
            <pc:sldMk cId="4051306770" sldId="279"/>
            <ac:spMk id="13" creationId="{A2AEF4FF-6F53-E43E-035E-97FF37ED0770}"/>
          </ac:spMkLst>
        </pc:spChg>
        <pc:graphicFrameChg chg="add mod">
          <ac:chgData name="창한 권" userId="54789885588d3f55" providerId="LiveId" clId="{EB857187-E6CB-4A8E-853C-38E45C33FAD5}" dt="2025-11-03T01:53:29.617" v="5586"/>
          <ac:graphicFrameMkLst>
            <pc:docMk/>
            <pc:sldMk cId="4051306770" sldId="279"/>
            <ac:graphicFrameMk id="5" creationId="{A19BAAA1-63C9-22AD-7849-7D77D10411DA}"/>
          </ac:graphicFrameMkLst>
        </pc:graphicFrameChg>
        <pc:picChg chg="del">
          <ac:chgData name="창한 권" userId="54789885588d3f55" providerId="LiveId" clId="{EB857187-E6CB-4A8E-853C-38E45C33FAD5}" dt="2025-11-03T01:48:19.964" v="5544" actId="478"/>
          <ac:picMkLst>
            <pc:docMk/>
            <pc:sldMk cId="4051306770" sldId="279"/>
            <ac:picMk id="7" creationId="{B499D4E5-8733-C829-069C-7038F28873A4}"/>
          </ac:picMkLst>
        </pc:picChg>
        <pc:picChg chg="add mod">
          <ac:chgData name="창한 권" userId="54789885588d3f55" providerId="LiveId" clId="{EB857187-E6CB-4A8E-853C-38E45C33FAD5}" dt="2025-11-03T01:55:35.415" v="5611" actId="14100"/>
          <ac:picMkLst>
            <pc:docMk/>
            <pc:sldMk cId="4051306770" sldId="279"/>
            <ac:picMk id="14" creationId="{1387D714-86D5-F21A-CBD6-05FCC026E228}"/>
          </ac:picMkLst>
        </pc:picChg>
      </pc:sldChg>
      <pc:sldChg chg="addSp delSp modSp add mod">
        <pc:chgData name="창한 권" userId="54789885588d3f55" providerId="LiveId" clId="{EB857187-E6CB-4A8E-853C-38E45C33FAD5}" dt="2025-11-03T08:11:44.100" v="7632" actId="1076"/>
        <pc:sldMkLst>
          <pc:docMk/>
          <pc:sldMk cId="117416142" sldId="280"/>
        </pc:sldMkLst>
        <pc:spChg chg="mod">
          <ac:chgData name="창한 권" userId="54789885588d3f55" providerId="LiveId" clId="{EB857187-E6CB-4A8E-853C-38E45C33FAD5}" dt="2025-11-03T02:02:24.869" v="5636" actId="20577"/>
          <ac:spMkLst>
            <pc:docMk/>
            <pc:sldMk cId="117416142" sldId="280"/>
            <ac:spMk id="2" creationId="{91BF2A05-37AF-C692-CBA1-7B73CB7E5F48}"/>
          </ac:spMkLst>
        </pc:spChg>
        <pc:spChg chg="add mod">
          <ac:chgData name="창한 권" userId="54789885588d3f55" providerId="LiveId" clId="{EB857187-E6CB-4A8E-853C-38E45C33FAD5}" dt="2025-11-03T08:11:44.100" v="7632" actId="1076"/>
          <ac:spMkLst>
            <pc:docMk/>
            <pc:sldMk cId="117416142" sldId="280"/>
            <ac:spMk id="3" creationId="{8859AD72-24B4-6022-9037-3B74B0F26D70}"/>
          </ac:spMkLst>
        </pc:spChg>
        <pc:spChg chg="del">
          <ac:chgData name="창한 권" userId="54789885588d3f55" providerId="LiveId" clId="{EB857187-E6CB-4A8E-853C-38E45C33FAD5}" dt="2025-11-03T02:02:18.982" v="5619" actId="478"/>
          <ac:spMkLst>
            <pc:docMk/>
            <pc:sldMk cId="117416142" sldId="280"/>
            <ac:spMk id="3" creationId="{A83B4ADA-E904-E4C7-E043-5AB08F9725BF}"/>
          </ac:spMkLst>
        </pc:spChg>
        <pc:spChg chg="add del mod">
          <ac:chgData name="창한 권" userId="54789885588d3f55" providerId="LiveId" clId="{EB857187-E6CB-4A8E-853C-38E45C33FAD5}" dt="2025-11-03T02:02:20.111" v="5620" actId="478"/>
          <ac:spMkLst>
            <pc:docMk/>
            <pc:sldMk cId="117416142" sldId="280"/>
            <ac:spMk id="5" creationId="{B6B5E9F5-DF3A-5CFE-E2F7-4623823706E6}"/>
          </ac:spMkLst>
        </pc:spChg>
        <pc:spChg chg="add mod">
          <ac:chgData name="창한 권" userId="54789885588d3f55" providerId="LiveId" clId="{EB857187-E6CB-4A8E-853C-38E45C33FAD5}" dt="2025-11-03T02:04:22.448" v="5640" actId="1076"/>
          <ac:spMkLst>
            <pc:docMk/>
            <pc:sldMk cId="117416142" sldId="280"/>
            <ac:spMk id="6" creationId="{6F1C8AE1-E96B-06E5-DFF7-1F7351D95510}"/>
          </ac:spMkLst>
        </pc:spChg>
        <pc:spChg chg="add mod">
          <ac:chgData name="창한 권" userId="54789885588d3f55" providerId="LiveId" clId="{EB857187-E6CB-4A8E-853C-38E45C33FAD5}" dt="2025-11-03T02:04:42.232" v="5717" actId="14100"/>
          <ac:spMkLst>
            <pc:docMk/>
            <pc:sldMk cId="117416142" sldId="280"/>
            <ac:spMk id="7" creationId="{913FB622-0B46-1F36-1C0E-11C0ED412505}"/>
          </ac:spMkLst>
        </pc:spChg>
        <pc:spChg chg="add mod">
          <ac:chgData name="창한 권" userId="54789885588d3f55" providerId="LiveId" clId="{EB857187-E6CB-4A8E-853C-38E45C33FAD5}" dt="2025-11-03T08:11:09.533" v="7519" actId="1076"/>
          <ac:spMkLst>
            <pc:docMk/>
            <pc:sldMk cId="117416142" sldId="280"/>
            <ac:spMk id="8" creationId="{7D250DFD-E380-6687-65BA-944B52348161}"/>
          </ac:spMkLst>
        </pc:spChg>
        <pc:spChg chg="add mod">
          <ac:chgData name="창한 권" userId="54789885588d3f55" providerId="LiveId" clId="{EB857187-E6CB-4A8E-853C-38E45C33FAD5}" dt="2025-11-03T02:07:15.990" v="6174" actId="14100"/>
          <ac:spMkLst>
            <pc:docMk/>
            <pc:sldMk cId="117416142" sldId="280"/>
            <ac:spMk id="11" creationId="{4FE4CF68-5992-3BEE-0DF0-59EB99EF6978}"/>
          </ac:spMkLst>
        </pc:spChg>
        <pc:spChg chg="add mod">
          <ac:chgData name="창한 권" userId="54789885588d3f55" providerId="LiveId" clId="{EB857187-E6CB-4A8E-853C-38E45C33FAD5}" dt="2025-11-03T02:06:15.006" v="6074" actId="20577"/>
          <ac:spMkLst>
            <pc:docMk/>
            <pc:sldMk cId="117416142" sldId="280"/>
            <ac:spMk id="12" creationId="{F461FC96-06A9-CFF6-C178-B85E74F01D67}"/>
          </ac:spMkLst>
        </pc:spChg>
        <pc:spChg chg="add mod">
          <ac:chgData name="창한 권" userId="54789885588d3f55" providerId="LiveId" clId="{EB857187-E6CB-4A8E-853C-38E45C33FAD5}" dt="2025-11-03T02:07:10.552" v="6172" actId="1076"/>
          <ac:spMkLst>
            <pc:docMk/>
            <pc:sldMk cId="117416142" sldId="280"/>
            <ac:spMk id="13" creationId="{B85A5A9B-2F15-F15E-1B18-4A20872585CD}"/>
          </ac:spMkLst>
        </pc:spChg>
        <pc:spChg chg="add mod">
          <ac:chgData name="창한 권" userId="54789885588d3f55" providerId="LiveId" clId="{EB857187-E6CB-4A8E-853C-38E45C33FAD5}" dt="2025-11-03T02:13:18.771" v="6514" actId="20577"/>
          <ac:spMkLst>
            <pc:docMk/>
            <pc:sldMk cId="117416142" sldId="280"/>
            <ac:spMk id="17" creationId="{DE9FD837-0144-9628-E418-CD3CFA8A88AF}"/>
          </ac:spMkLst>
        </pc:spChg>
        <pc:spChg chg="add mod">
          <ac:chgData name="창한 권" userId="54789885588d3f55" providerId="LiveId" clId="{EB857187-E6CB-4A8E-853C-38E45C33FAD5}" dt="2025-11-03T02:12:39.688" v="6447" actId="20577"/>
          <ac:spMkLst>
            <pc:docMk/>
            <pc:sldMk cId="117416142" sldId="280"/>
            <ac:spMk id="18" creationId="{F51A8F3D-7B59-4CC6-11FD-3A76090F1D84}"/>
          </ac:spMkLst>
        </pc:spChg>
        <pc:spChg chg="add mod">
          <ac:chgData name="창한 권" userId="54789885588d3f55" providerId="LiveId" clId="{EB857187-E6CB-4A8E-853C-38E45C33FAD5}" dt="2025-11-03T02:12:47.424" v="6449"/>
          <ac:spMkLst>
            <pc:docMk/>
            <pc:sldMk cId="117416142" sldId="280"/>
            <ac:spMk id="19" creationId="{94B9F462-E5A0-C44E-9135-C6DC83A2766E}"/>
          </ac:spMkLst>
        </pc:spChg>
        <pc:picChg chg="add mod">
          <ac:chgData name="창한 권" userId="54789885588d3f55" providerId="LiveId" clId="{EB857187-E6CB-4A8E-853C-38E45C33FAD5}" dt="2025-11-03T08:11:10.555" v="7520" actId="1076"/>
          <ac:picMkLst>
            <pc:docMk/>
            <pc:sldMk cId="117416142" sldId="280"/>
            <ac:picMk id="10" creationId="{2C764BE9-BE2B-4E28-5E73-360AC3E5BBBA}"/>
          </ac:picMkLst>
        </pc:picChg>
        <pc:picChg chg="add del mod">
          <ac:chgData name="창한 권" userId="54789885588d3f55" providerId="LiveId" clId="{EB857187-E6CB-4A8E-853C-38E45C33FAD5}" dt="2025-11-03T02:08:28.141" v="6175" actId="478"/>
          <ac:picMkLst>
            <pc:docMk/>
            <pc:sldMk cId="117416142" sldId="280"/>
            <ac:picMk id="14" creationId="{ED89E106-B44A-937A-541E-92F90AD17544}"/>
          </ac:picMkLst>
        </pc:picChg>
        <pc:picChg chg="add mod">
          <ac:chgData name="창한 권" userId="54789885588d3f55" providerId="LiveId" clId="{EB857187-E6CB-4A8E-853C-38E45C33FAD5}" dt="2025-11-03T02:10:10.678" v="6183" actId="1076"/>
          <ac:picMkLst>
            <pc:docMk/>
            <pc:sldMk cId="117416142" sldId="280"/>
            <ac:picMk id="16" creationId="{AA0AAC65-B78B-BDAB-7E1E-251211B149FB}"/>
          </ac:picMkLst>
        </pc:picChg>
      </pc:sldChg>
      <pc:sldChg chg="addSp delSp modSp add mod">
        <pc:chgData name="창한 권" userId="54789885588d3f55" providerId="LiveId" clId="{EB857187-E6CB-4A8E-853C-38E45C33FAD5}" dt="2025-11-03T02:18:39.526" v="7518" actId="20577"/>
        <pc:sldMkLst>
          <pc:docMk/>
          <pc:sldMk cId="688497368" sldId="281"/>
        </pc:sldMkLst>
        <pc:spChg chg="mod">
          <ac:chgData name="창한 권" userId="54789885588d3f55" providerId="LiveId" clId="{EB857187-E6CB-4A8E-853C-38E45C33FAD5}" dt="2025-11-03T02:13:52.066" v="6517" actId="20577"/>
          <ac:spMkLst>
            <pc:docMk/>
            <pc:sldMk cId="688497368" sldId="281"/>
            <ac:spMk id="2" creationId="{753E7F6B-89D7-0E5C-48F0-386CD874B20E}"/>
          </ac:spMkLst>
        </pc:spChg>
        <pc:spChg chg="add mod">
          <ac:chgData name="창한 권" userId="54789885588d3f55" providerId="LiveId" clId="{EB857187-E6CB-4A8E-853C-38E45C33FAD5}" dt="2025-11-03T02:16:25.214" v="7026"/>
          <ac:spMkLst>
            <pc:docMk/>
            <pc:sldMk cId="688497368" sldId="281"/>
            <ac:spMk id="3" creationId="{8AFA602A-67BB-E982-6FE0-0FE651DCBA1D}"/>
          </ac:spMkLst>
        </pc:spChg>
        <pc:spChg chg="add mod">
          <ac:chgData name="창한 권" userId="54789885588d3f55" providerId="LiveId" clId="{EB857187-E6CB-4A8E-853C-38E45C33FAD5}" dt="2025-11-03T02:16:29.104" v="7028" actId="571"/>
          <ac:spMkLst>
            <pc:docMk/>
            <pc:sldMk cId="688497368" sldId="281"/>
            <ac:spMk id="4" creationId="{D06A8C4B-67F4-6A43-7F51-4AAEB32E7406}"/>
          </ac:spMkLst>
        </pc:spChg>
        <pc:spChg chg="add mod">
          <ac:chgData name="창한 권" userId="54789885588d3f55" providerId="LiveId" clId="{EB857187-E6CB-4A8E-853C-38E45C33FAD5}" dt="2025-11-03T02:16:41.304" v="7041" actId="20577"/>
          <ac:spMkLst>
            <pc:docMk/>
            <pc:sldMk cId="688497368" sldId="281"/>
            <ac:spMk id="5" creationId="{F76089C0-DD74-3787-658C-D63108C5F028}"/>
          </ac:spMkLst>
        </pc:spChg>
        <pc:spChg chg="mod">
          <ac:chgData name="창한 권" userId="54789885588d3f55" providerId="LiveId" clId="{EB857187-E6CB-4A8E-853C-38E45C33FAD5}" dt="2025-11-03T02:17:31.906" v="7271" actId="14100"/>
          <ac:spMkLst>
            <pc:docMk/>
            <pc:sldMk cId="688497368" sldId="281"/>
            <ac:spMk id="6" creationId="{BEA3C0F7-4AD9-7B6F-ED53-4598A2E74707}"/>
          </ac:spMkLst>
        </pc:spChg>
        <pc:spChg chg="mod">
          <ac:chgData name="창한 권" userId="54789885588d3f55" providerId="LiveId" clId="{EB857187-E6CB-4A8E-853C-38E45C33FAD5}" dt="2025-11-03T02:14:09.665" v="6583" actId="20577"/>
          <ac:spMkLst>
            <pc:docMk/>
            <pc:sldMk cId="688497368" sldId="281"/>
            <ac:spMk id="7" creationId="{D7625549-551C-4B1C-17DD-42C948A91EC2}"/>
          </ac:spMkLst>
        </pc:spChg>
        <pc:spChg chg="mod">
          <ac:chgData name="창한 권" userId="54789885588d3f55" providerId="LiveId" clId="{EB857187-E6CB-4A8E-853C-38E45C33FAD5}" dt="2025-11-03T02:16:22.321" v="7025" actId="20577"/>
          <ac:spMkLst>
            <pc:docMk/>
            <pc:sldMk cId="688497368" sldId="281"/>
            <ac:spMk id="8" creationId="{B1959C0C-E2FF-3077-ED31-0B2876571DAD}"/>
          </ac:spMkLst>
        </pc:spChg>
        <pc:spChg chg="add mod">
          <ac:chgData name="창한 권" userId="54789885588d3f55" providerId="LiveId" clId="{EB857187-E6CB-4A8E-853C-38E45C33FAD5}" dt="2025-11-03T02:18:39.526" v="7518" actId="20577"/>
          <ac:spMkLst>
            <pc:docMk/>
            <pc:sldMk cId="688497368" sldId="281"/>
            <ac:spMk id="9" creationId="{A53C7DF3-EA24-2648-4F9F-3326389BD6BE}"/>
          </ac:spMkLst>
        </pc:spChg>
        <pc:spChg chg="del">
          <ac:chgData name="창한 권" userId="54789885588d3f55" providerId="LiveId" clId="{EB857187-E6CB-4A8E-853C-38E45C33FAD5}" dt="2025-11-03T02:14:00.684" v="6519" actId="478"/>
          <ac:spMkLst>
            <pc:docMk/>
            <pc:sldMk cId="688497368" sldId="281"/>
            <ac:spMk id="11" creationId="{38AF4F98-0A52-9BC4-7A5B-CE5F10FFD233}"/>
          </ac:spMkLst>
        </pc:spChg>
        <pc:spChg chg="del">
          <ac:chgData name="창한 권" userId="54789885588d3f55" providerId="LiveId" clId="{EB857187-E6CB-4A8E-853C-38E45C33FAD5}" dt="2025-11-03T02:13:58.384" v="6518" actId="478"/>
          <ac:spMkLst>
            <pc:docMk/>
            <pc:sldMk cId="688497368" sldId="281"/>
            <ac:spMk id="12" creationId="{81736685-7123-B312-16E6-AA0F577CE56A}"/>
          </ac:spMkLst>
        </pc:spChg>
        <pc:spChg chg="del">
          <ac:chgData name="창한 권" userId="54789885588d3f55" providerId="LiveId" clId="{EB857187-E6CB-4A8E-853C-38E45C33FAD5}" dt="2025-11-03T02:14:00.684" v="6519" actId="478"/>
          <ac:spMkLst>
            <pc:docMk/>
            <pc:sldMk cId="688497368" sldId="281"/>
            <ac:spMk id="13" creationId="{D4729751-2803-A741-F5B4-52BADDB49F9B}"/>
          </ac:spMkLst>
        </pc:spChg>
        <pc:spChg chg="del">
          <ac:chgData name="창한 권" userId="54789885588d3f55" providerId="LiveId" clId="{EB857187-E6CB-4A8E-853C-38E45C33FAD5}" dt="2025-11-03T02:14:00.684" v="6519" actId="478"/>
          <ac:spMkLst>
            <pc:docMk/>
            <pc:sldMk cId="688497368" sldId="281"/>
            <ac:spMk id="17" creationId="{5C77E670-09A2-CC3A-4E58-831031C7E46E}"/>
          </ac:spMkLst>
        </pc:spChg>
        <pc:spChg chg="del">
          <ac:chgData name="창한 권" userId="54789885588d3f55" providerId="LiveId" clId="{EB857187-E6CB-4A8E-853C-38E45C33FAD5}" dt="2025-11-03T02:13:58.384" v="6518" actId="478"/>
          <ac:spMkLst>
            <pc:docMk/>
            <pc:sldMk cId="688497368" sldId="281"/>
            <ac:spMk id="18" creationId="{A189F0A2-45FA-86E2-97C3-D9347B6EBE9B}"/>
          </ac:spMkLst>
        </pc:spChg>
        <pc:picChg chg="del">
          <ac:chgData name="창한 권" userId="54789885588d3f55" providerId="LiveId" clId="{EB857187-E6CB-4A8E-853C-38E45C33FAD5}" dt="2025-11-03T02:14:54.231" v="6662" actId="478"/>
          <ac:picMkLst>
            <pc:docMk/>
            <pc:sldMk cId="688497368" sldId="281"/>
            <ac:picMk id="10" creationId="{94BA82E6-0713-895C-0B15-821DBCD98582}"/>
          </ac:picMkLst>
        </pc:picChg>
        <pc:picChg chg="del">
          <ac:chgData name="창한 권" userId="54789885588d3f55" providerId="LiveId" clId="{EB857187-E6CB-4A8E-853C-38E45C33FAD5}" dt="2025-11-03T02:13:58.384" v="6518" actId="478"/>
          <ac:picMkLst>
            <pc:docMk/>
            <pc:sldMk cId="688497368" sldId="281"/>
            <ac:picMk id="16" creationId="{9F389AEF-8796-08C3-6090-FD7966BEB4F6}"/>
          </ac:picMkLst>
        </pc:picChg>
      </pc:sldChg>
      <pc:sldChg chg="add del">
        <pc:chgData name="창한 권" userId="54789885588d3f55" providerId="LiveId" clId="{EB857187-E6CB-4A8E-853C-38E45C33FAD5}" dt="2025-11-03T02:04:09.742" v="5638"/>
        <pc:sldMkLst>
          <pc:docMk/>
          <pc:sldMk cId="2071166462" sldId="281"/>
        </pc:sldMkLst>
      </pc:sldChg>
      <pc:sldChg chg="new del">
        <pc:chgData name="창한 권" userId="54789885588d3f55" providerId="LiveId" clId="{EB857187-E6CB-4A8E-853C-38E45C33FAD5}" dt="2025-11-03T08:15:32.683" v="7635" actId="47"/>
        <pc:sldMkLst>
          <pc:docMk/>
          <pc:sldMk cId="943388209" sldId="282"/>
        </pc:sldMkLst>
      </pc:sldChg>
      <pc:sldChg chg="addSp delSp modSp add mod">
        <pc:chgData name="창한 권" userId="54789885588d3f55" providerId="LiveId" clId="{EB857187-E6CB-4A8E-853C-38E45C33FAD5}" dt="2025-11-03T08:43:34.434" v="8284" actId="14100"/>
        <pc:sldMkLst>
          <pc:docMk/>
          <pc:sldMk cId="2426098641" sldId="283"/>
        </pc:sldMkLst>
        <pc:spChg chg="mod">
          <ac:chgData name="창한 권" userId="54789885588d3f55" providerId="LiveId" clId="{EB857187-E6CB-4A8E-853C-38E45C33FAD5}" dt="2025-11-03T08:26:26.961" v="7988" actId="20577"/>
          <ac:spMkLst>
            <pc:docMk/>
            <pc:sldMk cId="2426098641" sldId="283"/>
            <ac:spMk id="2" creationId="{E1F4CFBE-D942-8A98-6BCD-8ED28C240B4E}"/>
          </ac:spMkLst>
        </pc:spChg>
        <pc:spChg chg="mod">
          <ac:chgData name="창한 권" userId="54789885588d3f55" providerId="LiveId" clId="{EB857187-E6CB-4A8E-853C-38E45C33FAD5}" dt="2025-11-03T08:23:00.499" v="7681" actId="1076"/>
          <ac:spMkLst>
            <pc:docMk/>
            <pc:sldMk cId="2426098641" sldId="283"/>
            <ac:spMk id="3" creationId="{EC89A482-2DED-F829-6AF5-B67FD1635D04}"/>
          </ac:spMkLst>
        </pc:spChg>
        <pc:spChg chg="mod">
          <ac:chgData name="창한 권" userId="54789885588d3f55" providerId="LiveId" clId="{EB857187-E6CB-4A8E-853C-38E45C33FAD5}" dt="2025-11-03T08:43:34.434" v="8284" actId="14100"/>
          <ac:spMkLst>
            <pc:docMk/>
            <pc:sldMk cId="2426098641" sldId="283"/>
            <ac:spMk id="6" creationId="{A09324E2-1924-7E9F-6A7E-CB12E17F935A}"/>
          </ac:spMkLst>
        </pc:spChg>
        <pc:spChg chg="mod">
          <ac:chgData name="창한 권" userId="54789885588d3f55" providerId="LiveId" clId="{EB857187-E6CB-4A8E-853C-38E45C33FAD5}" dt="2025-11-03T08:21:47.570" v="7674" actId="20577"/>
          <ac:spMkLst>
            <pc:docMk/>
            <pc:sldMk cId="2426098641" sldId="283"/>
            <ac:spMk id="7" creationId="{7840AE94-7E1A-B790-C4E7-7EC853839FAC}"/>
          </ac:spMkLst>
        </pc:spChg>
        <pc:spChg chg="del">
          <ac:chgData name="창한 권" userId="54789885588d3f55" providerId="LiveId" clId="{EB857187-E6CB-4A8E-853C-38E45C33FAD5}" dt="2025-11-03T08:20:55.606" v="7657" actId="478"/>
          <ac:spMkLst>
            <pc:docMk/>
            <pc:sldMk cId="2426098641" sldId="283"/>
            <ac:spMk id="8" creationId="{6A6B0751-8E1D-27F4-D793-0BD8ED3704F4}"/>
          </ac:spMkLst>
        </pc:spChg>
        <pc:spChg chg="add del mod">
          <ac:chgData name="창한 권" userId="54789885588d3f55" providerId="LiveId" clId="{EB857187-E6CB-4A8E-853C-38E45C33FAD5}" dt="2025-11-03T08:24:54.251" v="7794" actId="478"/>
          <ac:spMkLst>
            <pc:docMk/>
            <pc:sldMk cId="2426098641" sldId="283"/>
            <ac:spMk id="9" creationId="{B0D0B81F-212D-F823-96F3-3B6B5B7F9FC2}"/>
          </ac:spMkLst>
        </pc:spChg>
        <pc:spChg chg="del">
          <ac:chgData name="창한 권" userId="54789885588d3f55" providerId="LiveId" clId="{EB857187-E6CB-4A8E-853C-38E45C33FAD5}" dt="2025-11-03T08:21:05.124" v="7660" actId="478"/>
          <ac:spMkLst>
            <pc:docMk/>
            <pc:sldMk cId="2426098641" sldId="283"/>
            <ac:spMk id="11" creationId="{BAF59CCD-DB5D-0405-F54C-5E2EC3AA206D}"/>
          </ac:spMkLst>
        </pc:spChg>
        <pc:spChg chg="del">
          <ac:chgData name="창한 권" userId="54789885588d3f55" providerId="LiveId" clId="{EB857187-E6CB-4A8E-853C-38E45C33FAD5}" dt="2025-11-03T08:21:05.124" v="7660" actId="478"/>
          <ac:spMkLst>
            <pc:docMk/>
            <pc:sldMk cId="2426098641" sldId="283"/>
            <ac:spMk id="12" creationId="{E8308C12-DFA3-3143-7586-79782DFADA21}"/>
          </ac:spMkLst>
        </pc:spChg>
        <pc:spChg chg="del">
          <ac:chgData name="창한 권" userId="54789885588d3f55" providerId="LiveId" clId="{EB857187-E6CB-4A8E-853C-38E45C33FAD5}" dt="2025-11-03T08:21:05.124" v="7660" actId="478"/>
          <ac:spMkLst>
            <pc:docMk/>
            <pc:sldMk cId="2426098641" sldId="283"/>
            <ac:spMk id="13" creationId="{A1224BE1-E7BE-1A02-BA64-85D6ABC50394}"/>
          </ac:spMkLst>
        </pc:spChg>
        <pc:spChg chg="add del mod">
          <ac:chgData name="창한 권" userId="54789885588d3f55" providerId="LiveId" clId="{EB857187-E6CB-4A8E-853C-38E45C33FAD5}" dt="2025-11-03T08:24:54.251" v="7794" actId="478"/>
          <ac:spMkLst>
            <pc:docMk/>
            <pc:sldMk cId="2426098641" sldId="283"/>
            <ac:spMk id="14" creationId="{5F38947E-742D-56DF-0FCC-EA7E5673A0E3}"/>
          </ac:spMkLst>
        </pc:spChg>
        <pc:spChg chg="add del mod">
          <ac:chgData name="창한 권" userId="54789885588d3f55" providerId="LiveId" clId="{EB857187-E6CB-4A8E-853C-38E45C33FAD5}" dt="2025-11-03T08:23:22.704" v="7689" actId="478"/>
          <ac:spMkLst>
            <pc:docMk/>
            <pc:sldMk cId="2426098641" sldId="283"/>
            <ac:spMk id="15" creationId="{61A374EC-3494-1DE0-C6E8-E81151571F3A}"/>
          </ac:spMkLst>
        </pc:spChg>
        <pc:spChg chg="del">
          <ac:chgData name="창한 권" userId="54789885588d3f55" providerId="LiveId" clId="{EB857187-E6CB-4A8E-853C-38E45C33FAD5}" dt="2025-11-03T08:21:05.124" v="7660" actId="478"/>
          <ac:spMkLst>
            <pc:docMk/>
            <pc:sldMk cId="2426098641" sldId="283"/>
            <ac:spMk id="17" creationId="{7E363666-A41A-9B9D-310F-C8D210B375F9}"/>
          </ac:spMkLst>
        </pc:spChg>
        <pc:spChg chg="del">
          <ac:chgData name="창한 권" userId="54789885588d3f55" providerId="LiveId" clId="{EB857187-E6CB-4A8E-853C-38E45C33FAD5}" dt="2025-11-03T08:21:05.124" v="7660" actId="478"/>
          <ac:spMkLst>
            <pc:docMk/>
            <pc:sldMk cId="2426098641" sldId="283"/>
            <ac:spMk id="18" creationId="{7D89FE62-FAA7-9EB2-5AEA-AC39418522FA}"/>
          </ac:spMkLst>
        </pc:spChg>
        <pc:spChg chg="add del mod">
          <ac:chgData name="창한 권" userId="54789885588d3f55" providerId="LiveId" clId="{EB857187-E6CB-4A8E-853C-38E45C33FAD5}" dt="2025-11-03T08:24:54.251" v="7794" actId="478"/>
          <ac:spMkLst>
            <pc:docMk/>
            <pc:sldMk cId="2426098641" sldId="283"/>
            <ac:spMk id="20" creationId="{47C07F00-405C-90A5-CCFF-192A90B46844}"/>
          </ac:spMkLst>
        </pc:spChg>
        <pc:spChg chg="add mod">
          <ac:chgData name="창한 권" userId="54789885588d3f55" providerId="LiveId" clId="{EB857187-E6CB-4A8E-853C-38E45C33FAD5}" dt="2025-11-03T08:26:14.737" v="7985" actId="1076"/>
          <ac:spMkLst>
            <pc:docMk/>
            <pc:sldMk cId="2426098641" sldId="283"/>
            <ac:spMk id="21" creationId="{E8881FA0-9B23-D07D-F70E-4F24B299F1FA}"/>
          </ac:spMkLst>
        </pc:spChg>
        <pc:picChg chg="add del mod">
          <ac:chgData name="창한 권" userId="54789885588d3f55" providerId="LiveId" clId="{EB857187-E6CB-4A8E-853C-38E45C33FAD5}" dt="2025-11-03T08:43:28.882" v="8281" actId="478"/>
          <ac:picMkLst>
            <pc:docMk/>
            <pc:sldMk cId="2426098641" sldId="283"/>
            <ac:picMk id="5" creationId="{00E020B0-5A3D-307B-CEE3-BF7032ABE38B}"/>
          </ac:picMkLst>
        </pc:picChg>
        <pc:picChg chg="del">
          <ac:chgData name="창한 권" userId="54789885588d3f55" providerId="LiveId" clId="{EB857187-E6CB-4A8E-853C-38E45C33FAD5}" dt="2025-11-03T08:20:54.086" v="7656" actId="478"/>
          <ac:picMkLst>
            <pc:docMk/>
            <pc:sldMk cId="2426098641" sldId="283"/>
            <ac:picMk id="10" creationId="{CE1EF30F-FE5C-684D-BCE8-64AAC767E72F}"/>
          </ac:picMkLst>
        </pc:picChg>
        <pc:picChg chg="del">
          <ac:chgData name="창한 권" userId="54789885588d3f55" providerId="LiveId" clId="{EB857187-E6CB-4A8E-853C-38E45C33FAD5}" dt="2025-11-03T08:21:05.124" v="7660" actId="478"/>
          <ac:picMkLst>
            <pc:docMk/>
            <pc:sldMk cId="2426098641" sldId="283"/>
            <ac:picMk id="16" creationId="{7C0BC776-376F-E8A9-36AD-2EDC1AF7B195}"/>
          </ac:picMkLst>
        </pc:picChg>
        <pc:picChg chg="add del mod">
          <ac:chgData name="창한 권" userId="54789885588d3f55" providerId="LiveId" clId="{EB857187-E6CB-4A8E-853C-38E45C33FAD5}" dt="2025-11-03T08:23:12.121" v="7685" actId="478"/>
          <ac:picMkLst>
            <pc:docMk/>
            <pc:sldMk cId="2426098641" sldId="283"/>
            <ac:picMk id="19" creationId="{B377E9C6-4902-CF9A-B3D0-29B9E2FE1BF8}"/>
          </ac:picMkLst>
        </pc:picChg>
        <pc:picChg chg="add mod">
          <ac:chgData name="창한 권" userId="54789885588d3f55" providerId="LiveId" clId="{EB857187-E6CB-4A8E-853C-38E45C33FAD5}" dt="2025-11-03T08:43:31.608" v="8283" actId="1076"/>
          <ac:picMkLst>
            <pc:docMk/>
            <pc:sldMk cId="2426098641" sldId="283"/>
            <ac:picMk id="23" creationId="{03827E19-A73D-9D87-01DC-982D5796AB72}"/>
          </ac:picMkLst>
        </pc:picChg>
      </pc:sldChg>
      <pc:sldChg chg="addSp delSp modSp add mod">
        <pc:chgData name="창한 권" userId="54789885588d3f55" providerId="LiveId" clId="{EB857187-E6CB-4A8E-853C-38E45C33FAD5}" dt="2025-11-03T08:41:10.815" v="8280" actId="1076"/>
        <pc:sldMkLst>
          <pc:docMk/>
          <pc:sldMk cId="2252755918" sldId="284"/>
        </pc:sldMkLst>
        <pc:spChg chg="mod">
          <ac:chgData name="창한 권" userId="54789885588d3f55" providerId="LiveId" clId="{EB857187-E6CB-4A8E-853C-38E45C33FAD5}" dt="2025-11-03T08:27:20.826" v="7991" actId="20577"/>
          <ac:spMkLst>
            <pc:docMk/>
            <pc:sldMk cId="2252755918" sldId="284"/>
            <ac:spMk id="2" creationId="{7471EDC5-C0BC-AB5F-4C04-21AE3B8C57D6}"/>
          </ac:spMkLst>
        </pc:spChg>
        <pc:spChg chg="del mod">
          <ac:chgData name="창한 권" userId="54789885588d3f55" providerId="LiveId" clId="{EB857187-E6CB-4A8E-853C-38E45C33FAD5}" dt="2025-11-03T08:40:32.204" v="8266" actId="478"/>
          <ac:spMkLst>
            <pc:docMk/>
            <pc:sldMk cId="2252755918" sldId="284"/>
            <ac:spMk id="3" creationId="{E1D00409-A3DF-B648-9558-EE31376A30F5}"/>
          </ac:spMkLst>
        </pc:spChg>
        <pc:spChg chg="del mod">
          <ac:chgData name="창한 권" userId="54789885588d3f55" providerId="LiveId" clId="{EB857187-E6CB-4A8E-853C-38E45C33FAD5}" dt="2025-11-03T08:40:59.518" v="8273" actId="478"/>
          <ac:spMkLst>
            <pc:docMk/>
            <pc:sldMk cId="2252755918" sldId="284"/>
            <ac:spMk id="6" creationId="{B1F1991E-CCA4-D5B2-619E-CA183E3AEE2D}"/>
          </ac:spMkLst>
        </pc:spChg>
        <pc:spChg chg="del">
          <ac:chgData name="창한 권" userId="54789885588d3f55" providerId="LiveId" clId="{EB857187-E6CB-4A8E-853C-38E45C33FAD5}" dt="2025-11-03T08:40:34.085" v="8267" actId="478"/>
          <ac:spMkLst>
            <pc:docMk/>
            <pc:sldMk cId="2252755918" sldId="284"/>
            <ac:spMk id="21" creationId="{9117CBAC-6E76-A40F-B42A-EAFAAA28CC22}"/>
          </ac:spMkLst>
        </pc:spChg>
        <pc:picChg chg="del">
          <ac:chgData name="창한 권" userId="54789885588d3f55" providerId="LiveId" clId="{EB857187-E6CB-4A8E-853C-38E45C33FAD5}" dt="2025-11-03T08:40:20.477" v="8261" actId="478"/>
          <ac:picMkLst>
            <pc:docMk/>
            <pc:sldMk cId="2252755918" sldId="284"/>
            <ac:picMk id="5" creationId="{588475DF-87B9-C669-8BA4-53334239D61E}"/>
          </ac:picMkLst>
        </pc:picChg>
        <pc:picChg chg="add mod">
          <ac:chgData name="창한 권" userId="54789885588d3f55" providerId="LiveId" clId="{EB857187-E6CB-4A8E-853C-38E45C33FAD5}" dt="2025-11-03T08:41:10.815" v="8280" actId="1076"/>
          <ac:picMkLst>
            <pc:docMk/>
            <pc:sldMk cId="2252755918" sldId="284"/>
            <ac:picMk id="8" creationId="{54478F54-4E96-92DC-E388-ADE6D0C9A378}"/>
          </ac:picMkLst>
        </pc:picChg>
        <pc:picChg chg="add del mod">
          <ac:chgData name="창한 권" userId="54789885588d3f55" providerId="LiveId" clId="{EB857187-E6CB-4A8E-853C-38E45C33FAD5}" dt="2025-11-03T08:40:57.514" v="8272" actId="478"/>
          <ac:picMkLst>
            <pc:docMk/>
            <pc:sldMk cId="2252755918" sldId="284"/>
            <ac:picMk id="10" creationId="{B4764067-2F70-373C-7D27-7A863D27BAF6}"/>
          </ac:picMkLst>
        </pc:picChg>
      </pc:sldChg>
      <pc:sldChg chg="new del">
        <pc:chgData name="창한 권" userId="54789885588d3f55" providerId="LiveId" clId="{EB857187-E6CB-4A8E-853C-38E45C33FAD5}" dt="2025-11-03T08:44:08.693" v="8287" actId="47"/>
        <pc:sldMkLst>
          <pc:docMk/>
          <pc:sldMk cId="3933716607" sldId="285"/>
        </pc:sldMkLst>
      </pc:sldChg>
      <pc:sldChg chg="addSp delSp modSp add mod">
        <pc:chgData name="창한 권" userId="54789885588d3f55" providerId="LiveId" clId="{EB857187-E6CB-4A8E-853C-38E45C33FAD5}" dt="2025-11-03T08:51:37.472" v="8296" actId="1076"/>
        <pc:sldMkLst>
          <pc:docMk/>
          <pc:sldMk cId="123460523" sldId="286"/>
        </pc:sldMkLst>
        <pc:spChg chg="mod">
          <ac:chgData name="창한 권" userId="54789885588d3f55" providerId="LiveId" clId="{EB857187-E6CB-4A8E-853C-38E45C33FAD5}" dt="2025-11-03T08:44:16.075" v="8288"/>
          <ac:spMkLst>
            <pc:docMk/>
            <pc:sldMk cId="123460523" sldId="286"/>
            <ac:spMk id="2" creationId="{CA95FC0A-86DE-F977-8DE4-095D5F1DBC39}"/>
          </ac:spMkLst>
        </pc:spChg>
        <pc:spChg chg="del">
          <ac:chgData name="창한 권" userId="54789885588d3f55" providerId="LiveId" clId="{EB857187-E6CB-4A8E-853C-38E45C33FAD5}" dt="2025-11-03T08:51:24.830" v="8292" actId="478"/>
          <ac:spMkLst>
            <pc:docMk/>
            <pc:sldMk cId="123460523" sldId="286"/>
            <ac:spMk id="3" creationId="{8B993C1E-E05E-92FA-B801-FCBC95F91806}"/>
          </ac:spMkLst>
        </pc:spChg>
        <pc:spChg chg="mod">
          <ac:chgData name="창한 권" userId="54789885588d3f55" providerId="LiveId" clId="{EB857187-E6CB-4A8E-853C-38E45C33FAD5}" dt="2025-11-03T08:51:33.633" v="8295" actId="14100"/>
          <ac:spMkLst>
            <pc:docMk/>
            <pc:sldMk cId="123460523" sldId="286"/>
            <ac:spMk id="6" creationId="{F8C5C48D-CDDD-AE97-4E5B-A8485B651366}"/>
          </ac:spMkLst>
        </pc:spChg>
        <pc:spChg chg="del">
          <ac:chgData name="창한 권" userId="54789885588d3f55" providerId="LiveId" clId="{EB857187-E6CB-4A8E-853C-38E45C33FAD5}" dt="2025-11-03T08:51:26.614" v="8293" actId="478"/>
          <ac:spMkLst>
            <pc:docMk/>
            <pc:sldMk cId="123460523" sldId="286"/>
            <ac:spMk id="21" creationId="{1E623E2D-19D3-EF5D-703B-1850064B69A7}"/>
          </ac:spMkLst>
        </pc:spChg>
        <pc:picChg chg="add mod">
          <ac:chgData name="창한 권" userId="54789885588d3f55" providerId="LiveId" clId="{EB857187-E6CB-4A8E-853C-38E45C33FAD5}" dt="2025-11-03T08:51:37.472" v="8296" actId="1076"/>
          <ac:picMkLst>
            <pc:docMk/>
            <pc:sldMk cId="123460523" sldId="286"/>
            <ac:picMk id="5" creationId="{1D590E84-3983-59CE-896E-6456C01264FE}"/>
          </ac:picMkLst>
        </pc:picChg>
        <pc:picChg chg="del">
          <ac:chgData name="창한 권" userId="54789885588d3f55" providerId="LiveId" clId="{EB857187-E6CB-4A8E-853C-38E45C33FAD5}" dt="2025-11-03T08:51:20.336" v="8289" actId="478"/>
          <ac:picMkLst>
            <pc:docMk/>
            <pc:sldMk cId="123460523" sldId="286"/>
            <ac:picMk id="23" creationId="{9EE19C04-834B-99EF-5696-57A43D8C2017}"/>
          </ac:picMkLst>
        </pc:picChg>
      </pc:sldChg>
      <pc:sldChg chg="addSp delSp modSp add del mod">
        <pc:chgData name="창한 권" userId="54789885588d3f55" providerId="LiveId" clId="{EB857187-E6CB-4A8E-853C-38E45C33FAD5}" dt="2025-11-03T11:41:41.459" v="11100" actId="47"/>
        <pc:sldMkLst>
          <pc:docMk/>
          <pc:sldMk cId="517280082" sldId="287"/>
        </pc:sldMkLst>
        <pc:spChg chg="mod">
          <ac:chgData name="창한 권" userId="54789885588d3f55" providerId="LiveId" clId="{EB857187-E6CB-4A8E-853C-38E45C33FAD5}" dt="2025-11-03T08:52:24.114" v="8312" actId="20577"/>
          <ac:spMkLst>
            <pc:docMk/>
            <pc:sldMk cId="517280082" sldId="287"/>
            <ac:spMk id="2" creationId="{47054E65-C24B-1365-944E-A77CE47642D6}"/>
          </ac:spMkLst>
        </pc:spChg>
        <pc:spChg chg="add mod">
          <ac:chgData name="창한 권" userId="54789885588d3f55" providerId="LiveId" clId="{EB857187-E6CB-4A8E-853C-38E45C33FAD5}" dt="2025-11-03T11:41:35.382" v="11099" actId="20577"/>
          <ac:spMkLst>
            <pc:docMk/>
            <pc:sldMk cId="517280082" sldId="287"/>
            <ac:spMk id="3" creationId="{5EA1E2A0-DB57-9BC4-2F97-C8ECF2ED817F}"/>
          </ac:spMkLst>
        </pc:spChg>
        <pc:picChg chg="add del">
          <ac:chgData name="창한 권" userId="54789885588d3f55" providerId="LiveId" clId="{EB857187-E6CB-4A8E-853C-38E45C33FAD5}" dt="2025-11-03T08:52:31.403" v="8315" actId="478"/>
          <ac:picMkLst>
            <pc:docMk/>
            <pc:sldMk cId="517280082" sldId="287"/>
            <ac:picMk id="5" creationId="{7E5DC9AD-7097-9AA2-9886-11732BDB08DC}"/>
          </ac:picMkLst>
        </pc:picChg>
      </pc:sldChg>
      <pc:sldChg chg="delSp new add del mod">
        <pc:chgData name="창한 권" userId="54789885588d3f55" providerId="LiveId" clId="{EB857187-E6CB-4A8E-853C-38E45C33FAD5}" dt="2025-11-03T08:52:15.010" v="8302" actId="47"/>
        <pc:sldMkLst>
          <pc:docMk/>
          <pc:sldMk cId="1540178647" sldId="287"/>
        </pc:sldMkLst>
        <pc:spChg chg="del">
          <ac:chgData name="창한 권" userId="54789885588d3f55" providerId="LiveId" clId="{EB857187-E6CB-4A8E-853C-38E45C33FAD5}" dt="2025-11-03T08:52:06.180" v="8298" actId="478"/>
          <ac:spMkLst>
            <pc:docMk/>
            <pc:sldMk cId="1540178647" sldId="287"/>
            <ac:spMk id="2" creationId="{F18AAE35-B445-6A38-C459-77AFBE665A21}"/>
          </ac:spMkLst>
        </pc:spChg>
        <pc:spChg chg="del">
          <ac:chgData name="창한 권" userId="54789885588d3f55" providerId="LiveId" clId="{EB857187-E6CB-4A8E-853C-38E45C33FAD5}" dt="2025-11-03T08:52:07.226" v="8299" actId="478"/>
          <ac:spMkLst>
            <pc:docMk/>
            <pc:sldMk cId="1540178647" sldId="287"/>
            <ac:spMk id="3" creationId="{287EF31C-F35C-478C-1DF1-3E31CBD980AF}"/>
          </ac:spMkLst>
        </pc:spChg>
      </pc:sldChg>
      <pc:sldChg chg="addSp delSp modSp add mod">
        <pc:chgData name="창한 권" userId="54789885588d3f55" providerId="LiveId" clId="{EB857187-E6CB-4A8E-853C-38E45C33FAD5}" dt="2025-11-03T09:00:22.692" v="8579" actId="14100"/>
        <pc:sldMkLst>
          <pc:docMk/>
          <pc:sldMk cId="1038130834" sldId="288"/>
        </pc:sldMkLst>
        <pc:spChg chg="mod">
          <ac:chgData name="창한 권" userId="54789885588d3f55" providerId="LiveId" clId="{EB857187-E6CB-4A8E-853C-38E45C33FAD5}" dt="2025-11-03T08:54:52.407" v="8337" actId="20577"/>
          <ac:spMkLst>
            <pc:docMk/>
            <pc:sldMk cId="1038130834" sldId="288"/>
            <ac:spMk id="2" creationId="{2DAB3FAB-A433-48D6-48E9-856FC305BF72}"/>
          </ac:spMkLst>
        </pc:spChg>
        <pc:spChg chg="mod">
          <ac:chgData name="창한 권" userId="54789885588d3f55" providerId="LiveId" clId="{EB857187-E6CB-4A8E-853C-38E45C33FAD5}" dt="2025-11-03T09:00:22.692" v="8579" actId="14100"/>
          <ac:spMkLst>
            <pc:docMk/>
            <pc:sldMk cId="1038130834" sldId="288"/>
            <ac:spMk id="6" creationId="{81FF4E97-4DA1-59EF-1E5E-CF09BF461B81}"/>
          </ac:spMkLst>
        </pc:spChg>
        <pc:spChg chg="add mod">
          <ac:chgData name="창한 권" userId="54789885588d3f55" providerId="LiveId" clId="{EB857187-E6CB-4A8E-853C-38E45C33FAD5}" dt="2025-11-03T08:59:37.764" v="8578" actId="207"/>
          <ac:spMkLst>
            <pc:docMk/>
            <pc:sldMk cId="1038130834" sldId="288"/>
            <ac:spMk id="8" creationId="{B5516F7C-FC5C-3927-F241-02F3B8D7EF49}"/>
          </ac:spMkLst>
        </pc:spChg>
        <pc:picChg chg="add mod">
          <ac:chgData name="창한 권" userId="54789885588d3f55" providerId="LiveId" clId="{EB857187-E6CB-4A8E-853C-38E45C33FAD5}" dt="2025-11-03T08:58:23.513" v="8349" actId="1076"/>
          <ac:picMkLst>
            <pc:docMk/>
            <pc:sldMk cId="1038130834" sldId="288"/>
            <ac:picMk id="4" creationId="{5D12B29F-1DEE-86AF-EEC4-46C459004F13}"/>
          </ac:picMkLst>
        </pc:picChg>
        <pc:picChg chg="del">
          <ac:chgData name="창한 권" userId="54789885588d3f55" providerId="LiveId" clId="{EB857187-E6CB-4A8E-853C-38E45C33FAD5}" dt="2025-11-03T08:57:44.101" v="8338" actId="478"/>
          <ac:picMkLst>
            <pc:docMk/>
            <pc:sldMk cId="1038130834" sldId="288"/>
            <ac:picMk id="5" creationId="{820517AE-7D51-0F65-9BB9-C49FB3B2EF5B}"/>
          </ac:picMkLst>
        </pc:picChg>
      </pc:sldChg>
      <pc:sldChg chg="new del">
        <pc:chgData name="창한 권" userId="54789885588d3f55" providerId="LiveId" clId="{EB857187-E6CB-4A8E-853C-38E45C33FAD5}" dt="2025-11-03T08:54:44.989" v="8323" actId="47"/>
        <pc:sldMkLst>
          <pc:docMk/>
          <pc:sldMk cId="3863928030" sldId="288"/>
        </pc:sldMkLst>
      </pc:sldChg>
      <pc:sldChg chg="addSp delSp modSp add mod">
        <pc:chgData name="창한 권" userId="54789885588d3f55" providerId="LiveId" clId="{EB857187-E6CB-4A8E-853C-38E45C33FAD5}" dt="2025-11-03T10:43:46.268" v="8613" actId="478"/>
        <pc:sldMkLst>
          <pc:docMk/>
          <pc:sldMk cId="2950026260" sldId="289"/>
        </pc:sldMkLst>
        <pc:spChg chg="mod">
          <ac:chgData name="창한 권" userId="54789885588d3f55" providerId="LiveId" clId="{EB857187-E6CB-4A8E-853C-38E45C33FAD5}" dt="2025-11-03T10:43:40.700" v="8611" actId="20577"/>
          <ac:spMkLst>
            <pc:docMk/>
            <pc:sldMk cId="2950026260" sldId="289"/>
            <ac:spMk id="2" creationId="{1198CD6F-74BE-3E78-AB80-1D8CCD6417E1}"/>
          </ac:spMkLst>
        </pc:spChg>
        <pc:spChg chg="del">
          <ac:chgData name="창한 권" userId="54789885588d3f55" providerId="LiveId" clId="{EB857187-E6CB-4A8E-853C-38E45C33FAD5}" dt="2025-11-03T10:41:21.800" v="8602" actId="478"/>
          <ac:spMkLst>
            <pc:docMk/>
            <pc:sldMk cId="2950026260" sldId="289"/>
            <ac:spMk id="8" creationId="{84CB46BE-795B-0953-2D6F-1D4C6F334183}"/>
          </ac:spMkLst>
        </pc:spChg>
        <pc:picChg chg="del mod">
          <ac:chgData name="창한 권" userId="54789885588d3f55" providerId="LiveId" clId="{EB857187-E6CB-4A8E-853C-38E45C33FAD5}" dt="2025-11-03T10:41:14.331" v="8597" actId="478"/>
          <ac:picMkLst>
            <pc:docMk/>
            <pc:sldMk cId="2950026260" sldId="289"/>
            <ac:picMk id="4" creationId="{9F0C2B26-D349-085B-C410-3AA0CE691CB2}"/>
          </ac:picMkLst>
        </pc:picChg>
        <pc:picChg chg="add del mod">
          <ac:chgData name="창한 권" userId="54789885588d3f55" providerId="LiveId" clId="{EB857187-E6CB-4A8E-853C-38E45C33FAD5}" dt="2025-11-03T10:41:26.509" v="8604" actId="478"/>
          <ac:picMkLst>
            <pc:docMk/>
            <pc:sldMk cId="2950026260" sldId="289"/>
            <ac:picMk id="5" creationId="{13261B67-9683-7AB3-8BCE-133EBEC12C69}"/>
          </ac:picMkLst>
        </pc:picChg>
        <pc:picChg chg="add mod">
          <ac:chgData name="창한 권" userId="54789885588d3f55" providerId="LiveId" clId="{EB857187-E6CB-4A8E-853C-38E45C33FAD5}" dt="2025-11-03T10:41:47.823" v="8609" actId="1076"/>
          <ac:picMkLst>
            <pc:docMk/>
            <pc:sldMk cId="2950026260" sldId="289"/>
            <ac:picMk id="10" creationId="{8258C6DB-18E6-ACF0-64DE-6679086046E3}"/>
          </ac:picMkLst>
        </pc:picChg>
        <pc:picChg chg="add del">
          <ac:chgData name="창한 권" userId="54789885588d3f55" providerId="LiveId" clId="{EB857187-E6CB-4A8E-853C-38E45C33FAD5}" dt="2025-11-03T10:43:46.268" v="8613" actId="478"/>
          <ac:picMkLst>
            <pc:docMk/>
            <pc:sldMk cId="2950026260" sldId="289"/>
            <ac:picMk id="12" creationId="{FD4AE3D8-F936-87CE-6C02-7EED10B4E0BC}"/>
          </ac:picMkLst>
        </pc:picChg>
      </pc:sldChg>
      <pc:sldChg chg="modSp add del">
        <pc:chgData name="창한 권" userId="54789885588d3f55" providerId="LiveId" clId="{EB857187-E6CB-4A8E-853C-38E45C33FAD5}" dt="2025-11-03T11:12:10.344" v="10079" actId="47"/>
        <pc:sldMkLst>
          <pc:docMk/>
          <pc:sldMk cId="1382380609" sldId="290"/>
        </pc:sldMkLst>
        <pc:spChg chg="mod">
          <ac:chgData name="창한 권" userId="54789885588d3f55" providerId="LiveId" clId="{EB857187-E6CB-4A8E-853C-38E45C33FAD5}" dt="2025-11-03T10:25:58.488" v="8596"/>
          <ac:spMkLst>
            <pc:docMk/>
            <pc:sldMk cId="1382380609" sldId="290"/>
            <ac:spMk id="2" creationId="{040C5464-2C3A-79C1-D467-93980C9F264E}"/>
          </ac:spMkLst>
        </pc:spChg>
      </pc:sldChg>
      <pc:sldChg chg="addSp delSp modSp add mod">
        <pc:chgData name="창한 권" userId="54789885588d3f55" providerId="LiveId" clId="{EB857187-E6CB-4A8E-853C-38E45C33FAD5}" dt="2025-11-03T10:51:34.083" v="9269" actId="20577"/>
        <pc:sldMkLst>
          <pc:docMk/>
          <pc:sldMk cId="974855815" sldId="291"/>
        </pc:sldMkLst>
        <pc:spChg chg="mod">
          <ac:chgData name="창한 권" userId="54789885588d3f55" providerId="LiveId" clId="{EB857187-E6CB-4A8E-853C-38E45C33FAD5}" dt="2025-11-03T10:43:49.960" v="8616" actId="20577"/>
          <ac:spMkLst>
            <pc:docMk/>
            <pc:sldMk cId="974855815" sldId="291"/>
            <ac:spMk id="2" creationId="{00790700-F8C8-2B86-B7D2-F6534ED42EFC}"/>
          </ac:spMkLst>
        </pc:spChg>
        <pc:spChg chg="add mod">
          <ac:chgData name="창한 권" userId="54789885588d3f55" providerId="LiveId" clId="{EB857187-E6CB-4A8E-853C-38E45C33FAD5}" dt="2025-11-03T10:48:01.450" v="9034" actId="1076"/>
          <ac:spMkLst>
            <pc:docMk/>
            <pc:sldMk cId="974855815" sldId="291"/>
            <ac:spMk id="3" creationId="{53A0FC6A-1471-8DAD-941F-41CF25B097D5}"/>
          </ac:spMkLst>
        </pc:spChg>
        <pc:spChg chg="mod">
          <ac:chgData name="창한 권" userId="54789885588d3f55" providerId="LiveId" clId="{EB857187-E6CB-4A8E-853C-38E45C33FAD5}" dt="2025-11-03T10:44:22.887" v="8669" actId="1076"/>
          <ac:spMkLst>
            <pc:docMk/>
            <pc:sldMk cId="974855815" sldId="291"/>
            <ac:spMk id="6" creationId="{7DE41CE0-0F38-C9C7-BD09-0D9D2DDD41A4}"/>
          </ac:spMkLst>
        </pc:spChg>
        <pc:spChg chg="mod">
          <ac:chgData name="창한 권" userId="54789885588d3f55" providerId="LiveId" clId="{EB857187-E6CB-4A8E-853C-38E45C33FAD5}" dt="2025-11-03T10:44:16.103" v="8667" actId="20577"/>
          <ac:spMkLst>
            <pc:docMk/>
            <pc:sldMk cId="974855815" sldId="291"/>
            <ac:spMk id="7" creationId="{8C0CA2B8-F995-924C-A403-4AC7C7814C1E}"/>
          </ac:spMkLst>
        </pc:spChg>
        <pc:spChg chg="add mod">
          <ac:chgData name="창한 권" userId="54789885588d3f55" providerId="LiveId" clId="{EB857187-E6CB-4A8E-853C-38E45C33FAD5}" dt="2025-11-03T10:48:22.715" v="9037" actId="1076"/>
          <ac:spMkLst>
            <pc:docMk/>
            <pc:sldMk cId="974855815" sldId="291"/>
            <ac:spMk id="11" creationId="{399781E8-F17F-33BD-EF24-8320A10998D5}"/>
          </ac:spMkLst>
        </pc:spChg>
        <pc:spChg chg="add mod">
          <ac:chgData name="창한 권" userId="54789885588d3f55" providerId="LiveId" clId="{EB857187-E6CB-4A8E-853C-38E45C33FAD5}" dt="2025-11-03T10:48:36.349" v="9062" actId="20577"/>
          <ac:spMkLst>
            <pc:docMk/>
            <pc:sldMk cId="974855815" sldId="291"/>
            <ac:spMk id="12" creationId="{3D31E9BC-F77F-15E6-CB35-82B3A1485669}"/>
          </ac:spMkLst>
        </pc:spChg>
        <pc:spChg chg="add mod">
          <ac:chgData name="창한 권" userId="54789885588d3f55" providerId="LiveId" clId="{EB857187-E6CB-4A8E-853C-38E45C33FAD5}" dt="2025-11-03T10:51:34.083" v="9269" actId="20577"/>
          <ac:spMkLst>
            <pc:docMk/>
            <pc:sldMk cId="974855815" sldId="291"/>
            <ac:spMk id="13" creationId="{ECA2A1AB-14CE-1DBC-DADF-3A7AABC60B01}"/>
          </ac:spMkLst>
        </pc:spChg>
        <pc:picChg chg="add del mod">
          <ac:chgData name="창한 권" userId="54789885588d3f55" providerId="LiveId" clId="{EB857187-E6CB-4A8E-853C-38E45C33FAD5}" dt="2025-11-03T10:46:52.472" v="8973" actId="478"/>
          <ac:picMkLst>
            <pc:docMk/>
            <pc:sldMk cId="974855815" sldId="291"/>
            <ac:picMk id="5" creationId="{2F63E0AA-698B-1324-443A-520FAFF8496C}"/>
          </ac:picMkLst>
        </pc:picChg>
        <pc:picChg chg="add mod">
          <ac:chgData name="창한 권" userId="54789885588d3f55" providerId="LiveId" clId="{EB857187-E6CB-4A8E-853C-38E45C33FAD5}" dt="2025-11-03T10:47:40.980" v="8982" actId="1076"/>
          <ac:picMkLst>
            <pc:docMk/>
            <pc:sldMk cId="974855815" sldId="291"/>
            <ac:picMk id="9" creationId="{AB7DADAC-E555-090E-FA19-D7237CBC19A2}"/>
          </ac:picMkLst>
        </pc:picChg>
        <pc:picChg chg="del">
          <ac:chgData name="창한 권" userId="54789885588d3f55" providerId="LiveId" clId="{EB857187-E6CB-4A8E-853C-38E45C33FAD5}" dt="2025-11-03T10:43:51.255" v="8617" actId="478"/>
          <ac:picMkLst>
            <pc:docMk/>
            <pc:sldMk cId="974855815" sldId="291"/>
            <ac:picMk id="10" creationId="{59EEAE67-3021-4FAF-4953-DECFD1887DF4}"/>
          </ac:picMkLst>
        </pc:picChg>
        <pc:picChg chg="add mod">
          <ac:chgData name="창한 권" userId="54789885588d3f55" providerId="LiveId" clId="{EB857187-E6CB-4A8E-853C-38E45C33FAD5}" dt="2025-11-03T10:48:22.715" v="9037" actId="1076"/>
          <ac:picMkLst>
            <pc:docMk/>
            <pc:sldMk cId="974855815" sldId="291"/>
            <ac:picMk id="14" creationId="{DC55289C-A3C2-314C-594C-B5111EFDC677}"/>
          </ac:picMkLst>
        </pc:picChg>
      </pc:sldChg>
      <pc:sldChg chg="addSp delSp modSp add mod">
        <pc:chgData name="창한 권" userId="54789885588d3f55" providerId="LiveId" clId="{EB857187-E6CB-4A8E-853C-38E45C33FAD5}" dt="2025-11-03T11:11:39.101" v="10078" actId="1076"/>
        <pc:sldMkLst>
          <pc:docMk/>
          <pc:sldMk cId="67160333" sldId="292"/>
        </pc:sldMkLst>
        <pc:spChg chg="mod">
          <ac:chgData name="창한 권" userId="54789885588d3f55" providerId="LiveId" clId="{EB857187-E6CB-4A8E-853C-38E45C33FAD5}" dt="2025-11-03T10:56:18.164" v="9291" actId="1076"/>
          <ac:spMkLst>
            <pc:docMk/>
            <pc:sldMk cId="67160333" sldId="292"/>
            <ac:spMk id="2" creationId="{6759C8BF-2420-17EA-093C-854E2E639E8F}"/>
          </ac:spMkLst>
        </pc:spChg>
        <pc:spChg chg="mod">
          <ac:chgData name="창한 권" userId="54789885588d3f55" providerId="LiveId" clId="{EB857187-E6CB-4A8E-853C-38E45C33FAD5}" dt="2025-11-03T11:03:18.447" v="9955" actId="20577"/>
          <ac:spMkLst>
            <pc:docMk/>
            <pc:sldMk cId="67160333" sldId="292"/>
            <ac:spMk id="3" creationId="{FF7C8C5C-2FA4-46A0-BE5E-778C1867A0CF}"/>
          </ac:spMkLst>
        </pc:spChg>
        <pc:spChg chg="mod">
          <ac:chgData name="창한 권" userId="54789885588d3f55" providerId="LiveId" clId="{EB857187-E6CB-4A8E-853C-38E45C33FAD5}" dt="2025-11-03T11:01:06.524" v="9342" actId="20577"/>
          <ac:spMkLst>
            <pc:docMk/>
            <pc:sldMk cId="67160333" sldId="292"/>
            <ac:spMk id="7" creationId="{5C4EB15C-5C79-92E7-1D79-43CFE4248A3F}"/>
          </ac:spMkLst>
        </pc:spChg>
        <pc:spChg chg="add mod">
          <ac:chgData name="창한 권" userId="54789885588d3f55" providerId="LiveId" clId="{EB857187-E6CB-4A8E-853C-38E45C33FAD5}" dt="2025-11-03T11:08:17.833" v="10066" actId="14100"/>
          <ac:spMkLst>
            <pc:docMk/>
            <pc:sldMk cId="67160333" sldId="292"/>
            <ac:spMk id="8" creationId="{7BD09849-F423-4FBA-6428-BD514BE1B1D1}"/>
          </ac:spMkLst>
        </pc:spChg>
        <pc:spChg chg="mod">
          <ac:chgData name="창한 권" userId="54789885588d3f55" providerId="LiveId" clId="{EB857187-E6CB-4A8E-853C-38E45C33FAD5}" dt="2025-11-03T11:11:31.342" v="10075" actId="1038"/>
          <ac:spMkLst>
            <pc:docMk/>
            <pc:sldMk cId="67160333" sldId="292"/>
            <ac:spMk id="11" creationId="{368AEDC7-C3D4-3006-3943-ABE24D0DE5E4}"/>
          </ac:spMkLst>
        </pc:spChg>
        <pc:spChg chg="mod">
          <ac:chgData name="창한 권" userId="54789885588d3f55" providerId="LiveId" clId="{EB857187-E6CB-4A8E-853C-38E45C33FAD5}" dt="2025-11-03T11:07:34.230" v="10004" actId="20577"/>
          <ac:spMkLst>
            <pc:docMk/>
            <pc:sldMk cId="67160333" sldId="292"/>
            <ac:spMk id="12" creationId="{9DB1CDA0-8CE4-AB88-9688-0DEFEE2DCF1B}"/>
          </ac:spMkLst>
        </pc:spChg>
        <pc:spChg chg="del">
          <ac:chgData name="창한 권" userId="54789885588d3f55" providerId="LiveId" clId="{EB857187-E6CB-4A8E-853C-38E45C33FAD5}" dt="2025-11-03T11:07:53.902" v="10013" actId="478"/>
          <ac:spMkLst>
            <pc:docMk/>
            <pc:sldMk cId="67160333" sldId="292"/>
            <ac:spMk id="13" creationId="{D42A8ADD-DCC1-6E17-9518-7910E53EBB95}"/>
          </ac:spMkLst>
        </pc:spChg>
        <pc:picChg chg="add mod">
          <ac:chgData name="창한 권" userId="54789885588d3f55" providerId="LiveId" clId="{EB857187-E6CB-4A8E-853C-38E45C33FAD5}" dt="2025-11-03T11:08:37.718" v="10067" actId="1076"/>
          <ac:picMkLst>
            <pc:docMk/>
            <pc:sldMk cId="67160333" sldId="292"/>
            <ac:picMk id="5" creationId="{417BEB20-E8CD-7159-80C7-477E4E216AFC}"/>
          </ac:picMkLst>
        </pc:picChg>
        <pc:picChg chg="del">
          <ac:chgData name="창한 권" userId="54789885588d3f55" providerId="LiveId" clId="{EB857187-E6CB-4A8E-853C-38E45C33FAD5}" dt="2025-11-03T10:56:06.414" v="9290" actId="478"/>
          <ac:picMkLst>
            <pc:docMk/>
            <pc:sldMk cId="67160333" sldId="292"/>
            <ac:picMk id="9" creationId="{ED237737-FFD6-3CF2-2AB2-9E1912C027A6}"/>
          </ac:picMkLst>
        </pc:picChg>
        <pc:picChg chg="del">
          <ac:chgData name="창한 권" userId="54789885588d3f55" providerId="LiveId" clId="{EB857187-E6CB-4A8E-853C-38E45C33FAD5}" dt="2025-11-03T10:56:05.614" v="9289" actId="478"/>
          <ac:picMkLst>
            <pc:docMk/>
            <pc:sldMk cId="67160333" sldId="292"/>
            <ac:picMk id="14" creationId="{21043B4B-BDD5-8F86-C72F-08B44A444D42}"/>
          </ac:picMkLst>
        </pc:picChg>
        <pc:picChg chg="add mod">
          <ac:chgData name="창한 권" userId="54789885588d3f55" providerId="LiveId" clId="{EB857187-E6CB-4A8E-853C-38E45C33FAD5}" dt="2025-11-03T11:11:39.101" v="10078" actId="1076"/>
          <ac:picMkLst>
            <pc:docMk/>
            <pc:sldMk cId="67160333" sldId="292"/>
            <ac:picMk id="15" creationId="{A40880EB-4E1B-2676-225E-A0E451154501}"/>
          </ac:picMkLst>
        </pc:picChg>
      </pc:sldChg>
      <pc:sldChg chg="addSp delSp modSp add mod">
        <pc:chgData name="창한 권" userId="54789885588d3f55" providerId="LiveId" clId="{EB857187-E6CB-4A8E-853C-38E45C33FAD5}" dt="2025-11-03T11:42:13.327" v="11147" actId="20577"/>
        <pc:sldMkLst>
          <pc:docMk/>
          <pc:sldMk cId="942808876" sldId="293"/>
        </pc:sldMkLst>
        <pc:spChg chg="mod">
          <ac:chgData name="창한 권" userId="54789885588d3f55" providerId="LiveId" clId="{EB857187-E6CB-4A8E-853C-38E45C33FAD5}" dt="2025-11-03T11:31:17.732" v="10082" actId="20577"/>
          <ac:spMkLst>
            <pc:docMk/>
            <pc:sldMk cId="942808876" sldId="293"/>
            <ac:spMk id="2" creationId="{633F2E12-387F-1AC5-1C53-1E280D48546D}"/>
          </ac:spMkLst>
        </pc:spChg>
        <pc:spChg chg="mod">
          <ac:chgData name="창한 권" userId="54789885588d3f55" providerId="LiveId" clId="{EB857187-E6CB-4A8E-853C-38E45C33FAD5}" dt="2025-11-03T11:37:12.830" v="10927" actId="20577"/>
          <ac:spMkLst>
            <pc:docMk/>
            <pc:sldMk cId="942808876" sldId="293"/>
            <ac:spMk id="3" creationId="{5B59AB94-E1A2-4EEB-1750-EFBCA3D39E14}"/>
          </ac:spMkLst>
        </pc:spChg>
        <pc:spChg chg="mod">
          <ac:chgData name="창한 권" userId="54789885588d3f55" providerId="LiveId" clId="{EB857187-E6CB-4A8E-853C-38E45C33FAD5}" dt="2025-11-03T11:31:33.503" v="10111" actId="20577"/>
          <ac:spMkLst>
            <pc:docMk/>
            <pc:sldMk cId="942808876" sldId="293"/>
            <ac:spMk id="7" creationId="{4A2EC09E-2CF3-118A-87DB-2F7825BED55B}"/>
          </ac:spMkLst>
        </pc:spChg>
        <pc:spChg chg="del">
          <ac:chgData name="창한 권" userId="54789885588d3f55" providerId="LiveId" clId="{EB857187-E6CB-4A8E-853C-38E45C33FAD5}" dt="2025-11-03T11:38:42.836" v="10928" actId="478"/>
          <ac:spMkLst>
            <pc:docMk/>
            <pc:sldMk cId="942808876" sldId="293"/>
            <ac:spMk id="8" creationId="{EA99F608-D760-3319-13EF-5B6E59D18D1C}"/>
          </ac:spMkLst>
        </pc:spChg>
        <pc:spChg chg="add mod">
          <ac:chgData name="창한 권" userId="54789885588d3f55" providerId="LiveId" clId="{EB857187-E6CB-4A8E-853C-38E45C33FAD5}" dt="2025-11-03T11:37:04.931" v="10925" actId="1076"/>
          <ac:spMkLst>
            <pc:docMk/>
            <pc:sldMk cId="942808876" sldId="293"/>
            <ac:spMk id="9" creationId="{C002F579-CC97-6EF7-D646-AB8AA63F3212}"/>
          </ac:spMkLst>
        </pc:spChg>
        <pc:spChg chg="add mod">
          <ac:chgData name="창한 권" userId="54789885588d3f55" providerId="LiveId" clId="{EB857187-E6CB-4A8E-853C-38E45C33FAD5}" dt="2025-11-03T11:42:13.327" v="11147" actId="20577"/>
          <ac:spMkLst>
            <pc:docMk/>
            <pc:sldMk cId="942808876" sldId="293"/>
            <ac:spMk id="10" creationId="{9D75D64B-DE3A-AB81-00C1-A561B88F9693}"/>
          </ac:spMkLst>
        </pc:spChg>
        <pc:spChg chg="del">
          <ac:chgData name="창한 권" userId="54789885588d3f55" providerId="LiveId" clId="{EB857187-E6CB-4A8E-853C-38E45C33FAD5}" dt="2025-11-03T11:38:42.836" v="10928" actId="478"/>
          <ac:spMkLst>
            <pc:docMk/>
            <pc:sldMk cId="942808876" sldId="293"/>
            <ac:spMk id="11" creationId="{E2EC3FC4-85B1-4AD8-9FE3-A5CAEB40F146}"/>
          </ac:spMkLst>
        </pc:spChg>
        <pc:spChg chg="del">
          <ac:chgData name="창한 권" userId="54789885588d3f55" providerId="LiveId" clId="{EB857187-E6CB-4A8E-853C-38E45C33FAD5}" dt="2025-11-03T11:38:42.836" v="10928" actId="478"/>
          <ac:spMkLst>
            <pc:docMk/>
            <pc:sldMk cId="942808876" sldId="293"/>
            <ac:spMk id="12" creationId="{0A84EDE3-5497-80FA-4875-8672B5796B9E}"/>
          </ac:spMkLst>
        </pc:spChg>
        <pc:picChg chg="del">
          <ac:chgData name="창한 권" userId="54789885588d3f55" providerId="LiveId" clId="{EB857187-E6CB-4A8E-853C-38E45C33FAD5}" dt="2025-11-03T11:38:42.836" v="10928" actId="478"/>
          <ac:picMkLst>
            <pc:docMk/>
            <pc:sldMk cId="942808876" sldId="293"/>
            <ac:picMk id="5" creationId="{03AC663F-EABA-48FC-559B-01CF363908B7}"/>
          </ac:picMkLst>
        </pc:picChg>
        <pc:picChg chg="del">
          <ac:chgData name="창한 권" userId="54789885588d3f55" providerId="LiveId" clId="{EB857187-E6CB-4A8E-853C-38E45C33FAD5}" dt="2025-11-03T11:38:42.836" v="10928" actId="478"/>
          <ac:picMkLst>
            <pc:docMk/>
            <pc:sldMk cId="942808876" sldId="293"/>
            <ac:picMk id="15" creationId="{D35B6896-5F41-75F4-EE41-64D2FB254AC2}"/>
          </ac:picMkLst>
        </pc:picChg>
      </pc:sldChg>
      <pc:sldChg chg="addSp delSp modSp add mod">
        <pc:chgData name="창한 권" userId="54789885588d3f55" providerId="LiveId" clId="{EB857187-E6CB-4A8E-853C-38E45C33FAD5}" dt="2025-11-03T11:54:11.589" v="11260" actId="14100"/>
        <pc:sldMkLst>
          <pc:docMk/>
          <pc:sldMk cId="1657451397" sldId="294"/>
        </pc:sldMkLst>
        <pc:spChg chg="mod">
          <ac:chgData name="창한 권" userId="54789885588d3f55" providerId="LiveId" clId="{EB857187-E6CB-4A8E-853C-38E45C33FAD5}" dt="2025-11-03T11:43:15.050" v="11157" actId="14100"/>
          <ac:spMkLst>
            <pc:docMk/>
            <pc:sldMk cId="1657451397" sldId="294"/>
            <ac:spMk id="2" creationId="{3D8CFD63-24AD-F50E-03D9-285513B6C57A}"/>
          </ac:spMkLst>
        </pc:spChg>
        <pc:spChg chg="del mod">
          <ac:chgData name="창한 권" userId="54789885588d3f55" providerId="LiveId" clId="{EB857187-E6CB-4A8E-853C-38E45C33FAD5}" dt="2025-11-03T11:49:11.024" v="11228" actId="478"/>
          <ac:spMkLst>
            <pc:docMk/>
            <pc:sldMk cId="1657451397" sldId="294"/>
            <ac:spMk id="3" creationId="{F9474577-459D-05D4-ECE4-B94C893BDFA0}"/>
          </ac:spMkLst>
        </pc:spChg>
        <pc:spChg chg="mod">
          <ac:chgData name="창한 권" userId="54789885588d3f55" providerId="LiveId" clId="{EB857187-E6CB-4A8E-853C-38E45C33FAD5}" dt="2025-11-03T11:54:11.589" v="11260" actId="14100"/>
          <ac:spMkLst>
            <pc:docMk/>
            <pc:sldMk cId="1657451397" sldId="294"/>
            <ac:spMk id="6" creationId="{E4D1D644-D962-4142-33D8-D2C4317B0EF4}"/>
          </ac:spMkLst>
        </pc:spChg>
        <pc:spChg chg="mod">
          <ac:chgData name="창한 권" userId="54789885588d3f55" providerId="LiveId" clId="{EB857187-E6CB-4A8E-853C-38E45C33FAD5}" dt="2025-11-03T11:44:10.417" v="11223" actId="20577"/>
          <ac:spMkLst>
            <pc:docMk/>
            <pc:sldMk cId="1657451397" sldId="294"/>
            <ac:spMk id="7" creationId="{128DD292-1A4B-B736-F1DE-EB46C5721C16}"/>
          </ac:spMkLst>
        </pc:spChg>
        <pc:spChg chg="del">
          <ac:chgData name="창한 권" userId="54789885588d3f55" providerId="LiveId" clId="{EB857187-E6CB-4A8E-853C-38E45C33FAD5}" dt="2025-11-03T11:49:12.364" v="11229" actId="478"/>
          <ac:spMkLst>
            <pc:docMk/>
            <pc:sldMk cId="1657451397" sldId="294"/>
            <ac:spMk id="9" creationId="{DBFFF482-B407-A692-81FD-413E60DDDAB6}"/>
          </ac:spMkLst>
        </pc:spChg>
        <pc:spChg chg="del">
          <ac:chgData name="창한 권" userId="54789885588d3f55" providerId="LiveId" clId="{EB857187-E6CB-4A8E-853C-38E45C33FAD5}" dt="2025-11-03T11:43:43.233" v="11158" actId="478"/>
          <ac:spMkLst>
            <pc:docMk/>
            <pc:sldMk cId="1657451397" sldId="294"/>
            <ac:spMk id="10" creationId="{11FBFCA3-81ED-AD05-B0D4-A0A769FB2A9F}"/>
          </ac:spMkLst>
        </pc:spChg>
        <pc:picChg chg="add mod">
          <ac:chgData name="창한 권" userId="54789885588d3f55" providerId="LiveId" clId="{EB857187-E6CB-4A8E-853C-38E45C33FAD5}" dt="2025-11-03T11:49:19.478" v="11232" actId="1076"/>
          <ac:picMkLst>
            <pc:docMk/>
            <pc:sldMk cId="1657451397" sldId="294"/>
            <ac:picMk id="5" creationId="{B88D1022-E08D-B629-FA05-095FAA4E0E5B}"/>
          </ac:picMkLst>
        </pc:picChg>
      </pc:sldChg>
      <pc:sldChg chg="addSp delSp modSp add mod">
        <pc:chgData name="창한 권" userId="54789885588d3f55" providerId="LiveId" clId="{EB857187-E6CB-4A8E-853C-38E45C33FAD5}" dt="2025-11-03T11:54:06.903" v="11259" actId="14100"/>
        <pc:sldMkLst>
          <pc:docMk/>
          <pc:sldMk cId="1533627661" sldId="295"/>
        </pc:sldMkLst>
        <pc:spChg chg="mod">
          <ac:chgData name="창한 권" userId="54789885588d3f55" providerId="LiveId" clId="{EB857187-E6CB-4A8E-853C-38E45C33FAD5}" dt="2025-11-03T11:51:50.247" v="11254" actId="20577"/>
          <ac:spMkLst>
            <pc:docMk/>
            <pc:sldMk cId="1533627661" sldId="295"/>
            <ac:spMk id="2" creationId="{0AF7A925-61FD-548F-BC83-E16F295030C8}"/>
          </ac:spMkLst>
        </pc:spChg>
        <pc:spChg chg="mod">
          <ac:chgData name="창한 권" userId="54789885588d3f55" providerId="LiveId" clId="{EB857187-E6CB-4A8E-853C-38E45C33FAD5}" dt="2025-11-03T11:54:06.903" v="11259" actId="14100"/>
          <ac:spMkLst>
            <pc:docMk/>
            <pc:sldMk cId="1533627661" sldId="295"/>
            <ac:spMk id="6" creationId="{0B67C362-646B-D0FF-5C17-83729BC25571}"/>
          </ac:spMkLst>
        </pc:spChg>
        <pc:picChg chg="add mod">
          <ac:chgData name="창한 권" userId="54789885588d3f55" providerId="LiveId" clId="{EB857187-E6CB-4A8E-853C-38E45C33FAD5}" dt="2025-11-03T11:53:30.625" v="11257" actId="1076"/>
          <ac:picMkLst>
            <pc:docMk/>
            <pc:sldMk cId="1533627661" sldId="295"/>
            <ac:picMk id="4" creationId="{AACCDCB0-9CC7-8A49-E412-B57B7E5B7281}"/>
          </ac:picMkLst>
        </pc:picChg>
        <pc:picChg chg="del">
          <ac:chgData name="창한 권" userId="54789885588d3f55" providerId="LiveId" clId="{EB857187-E6CB-4A8E-853C-38E45C33FAD5}" dt="2025-11-03T11:53:28.040" v="11255" actId="478"/>
          <ac:picMkLst>
            <pc:docMk/>
            <pc:sldMk cId="1533627661" sldId="295"/>
            <ac:picMk id="5" creationId="{64C29AEE-5782-AEEA-F9B0-F97C35A72612}"/>
          </ac:picMkLst>
        </pc:picChg>
      </pc:sldChg>
      <pc:sldChg chg="addSp delSp modSp add mod">
        <pc:chgData name="창한 권" userId="54789885588d3f55" providerId="LiveId" clId="{EB857187-E6CB-4A8E-853C-38E45C33FAD5}" dt="2025-11-03T12:08:34.183" v="11842" actId="14100"/>
        <pc:sldMkLst>
          <pc:docMk/>
          <pc:sldMk cId="3211573861" sldId="296"/>
        </pc:sldMkLst>
        <pc:spChg chg="mod">
          <ac:chgData name="창한 권" userId="54789885588d3f55" providerId="LiveId" clId="{EB857187-E6CB-4A8E-853C-38E45C33FAD5}" dt="2025-11-03T12:08:34.183" v="11842" actId="14100"/>
          <ac:spMkLst>
            <pc:docMk/>
            <pc:sldMk cId="3211573861" sldId="296"/>
            <ac:spMk id="2" creationId="{E91CE00A-3CD2-E4A6-A665-BCB058316857}"/>
          </ac:spMkLst>
        </pc:spChg>
        <pc:spChg chg="mod">
          <ac:chgData name="창한 권" userId="54789885588d3f55" providerId="LiveId" clId="{EB857187-E6CB-4A8E-853C-38E45C33FAD5}" dt="2025-11-03T12:08:13.065" v="11827" actId="1076"/>
          <ac:spMkLst>
            <pc:docMk/>
            <pc:sldMk cId="3211573861" sldId="296"/>
            <ac:spMk id="6" creationId="{8FDC5A46-CEB7-786C-EEC1-648D33FB3946}"/>
          </ac:spMkLst>
        </pc:spChg>
        <pc:spChg chg="mod">
          <ac:chgData name="창한 권" userId="54789885588d3f55" providerId="LiveId" clId="{EB857187-E6CB-4A8E-853C-38E45C33FAD5}" dt="2025-11-03T12:08:13.065" v="11827" actId="1076"/>
          <ac:spMkLst>
            <pc:docMk/>
            <pc:sldMk cId="3211573861" sldId="296"/>
            <ac:spMk id="7" creationId="{212DF422-F7B1-99C5-98D1-85A533D8D58C}"/>
          </ac:spMkLst>
        </pc:spChg>
        <pc:spChg chg="add mod">
          <ac:chgData name="창한 권" userId="54789885588d3f55" providerId="LiveId" clId="{EB857187-E6CB-4A8E-853C-38E45C33FAD5}" dt="2025-11-03T12:04:27.710" v="11274"/>
          <ac:spMkLst>
            <pc:docMk/>
            <pc:sldMk cId="3211573861" sldId="296"/>
            <ac:spMk id="8" creationId="{14FDBA08-D6EF-8FBD-134B-CC7792D1C850}"/>
          </ac:spMkLst>
        </pc:spChg>
        <pc:spChg chg="add mod">
          <ac:chgData name="창한 권" userId="54789885588d3f55" providerId="LiveId" clId="{EB857187-E6CB-4A8E-853C-38E45C33FAD5}" dt="2025-11-03T12:08:21.143" v="11830" actId="20577"/>
          <ac:spMkLst>
            <pc:docMk/>
            <pc:sldMk cId="3211573861" sldId="296"/>
            <ac:spMk id="9" creationId="{FFDC1D69-98B0-026A-9FFE-71F1646E31BB}"/>
          </ac:spMkLst>
        </pc:spChg>
        <pc:spChg chg="add mod">
          <ac:chgData name="창한 권" userId="54789885588d3f55" providerId="LiveId" clId="{EB857187-E6CB-4A8E-853C-38E45C33FAD5}" dt="2025-11-03T12:08:13.065" v="11827" actId="1076"/>
          <ac:spMkLst>
            <pc:docMk/>
            <pc:sldMk cId="3211573861" sldId="296"/>
            <ac:spMk id="10" creationId="{9E21D98B-DC21-EC19-47B6-74AA93EA1EF2}"/>
          </ac:spMkLst>
        </pc:spChg>
        <pc:picChg chg="add mod">
          <ac:chgData name="창한 권" userId="54789885588d3f55" providerId="LiveId" clId="{EB857187-E6CB-4A8E-853C-38E45C33FAD5}" dt="2025-11-03T12:08:13.065" v="11827" actId="1076"/>
          <ac:picMkLst>
            <pc:docMk/>
            <pc:sldMk cId="3211573861" sldId="296"/>
            <ac:picMk id="4" creationId="{404ABBDB-2E89-6874-A6AE-0C4E25050907}"/>
          </ac:picMkLst>
        </pc:picChg>
        <pc:picChg chg="del">
          <ac:chgData name="창한 권" userId="54789885588d3f55" providerId="LiveId" clId="{EB857187-E6CB-4A8E-853C-38E45C33FAD5}" dt="2025-11-03T12:01:56.996" v="11269" actId="478"/>
          <ac:picMkLst>
            <pc:docMk/>
            <pc:sldMk cId="3211573861" sldId="296"/>
            <ac:picMk id="5" creationId="{55D495E8-995C-8CD1-AA40-B21E23E414B4}"/>
          </ac:picMkLst>
        </pc:picChg>
      </pc:sldChg>
      <pc:sldChg chg="addSp delSp modSp add mod">
        <pc:chgData name="창한 권" userId="54789885588d3f55" providerId="LiveId" clId="{EB857187-E6CB-4A8E-853C-38E45C33FAD5}" dt="2025-11-03T12:31:32.631" v="12107" actId="1076"/>
        <pc:sldMkLst>
          <pc:docMk/>
          <pc:sldMk cId="3488187819" sldId="297"/>
        </pc:sldMkLst>
        <pc:spChg chg="mod">
          <ac:chgData name="창한 권" userId="54789885588d3f55" providerId="LiveId" clId="{EB857187-E6CB-4A8E-853C-38E45C33FAD5}" dt="2025-11-03T12:12:37.343" v="11861" actId="14100"/>
          <ac:spMkLst>
            <pc:docMk/>
            <pc:sldMk cId="3488187819" sldId="297"/>
            <ac:spMk id="2" creationId="{45A12882-296B-5481-52EB-3E03BF23A391}"/>
          </ac:spMkLst>
        </pc:spChg>
        <pc:spChg chg="mod">
          <ac:chgData name="창한 권" userId="54789885588d3f55" providerId="LiveId" clId="{EB857187-E6CB-4A8E-853C-38E45C33FAD5}" dt="2025-11-03T12:31:27.703" v="12106" actId="14100"/>
          <ac:spMkLst>
            <pc:docMk/>
            <pc:sldMk cId="3488187819" sldId="297"/>
            <ac:spMk id="6" creationId="{537B3737-5722-7B49-FC5B-E0F07D6706CA}"/>
          </ac:spMkLst>
        </pc:spChg>
        <pc:spChg chg="mod">
          <ac:chgData name="창한 권" userId="54789885588d3f55" providerId="LiveId" clId="{EB857187-E6CB-4A8E-853C-38E45C33FAD5}" dt="2025-11-03T12:14:07.076" v="11864" actId="1076"/>
          <ac:spMkLst>
            <pc:docMk/>
            <pc:sldMk cId="3488187819" sldId="297"/>
            <ac:spMk id="7" creationId="{19492A0C-DBF6-4466-18D1-9DB3E6134946}"/>
          </ac:spMkLst>
        </pc:spChg>
        <pc:spChg chg="add mod">
          <ac:chgData name="창한 권" userId="54789885588d3f55" providerId="LiveId" clId="{EB857187-E6CB-4A8E-853C-38E45C33FAD5}" dt="2025-11-03T12:31:32.631" v="12107" actId="1076"/>
          <ac:spMkLst>
            <pc:docMk/>
            <pc:sldMk cId="3488187819" sldId="297"/>
            <ac:spMk id="8" creationId="{ABD90725-8109-E761-9D27-91793ABF981A}"/>
          </ac:spMkLst>
        </pc:spChg>
        <pc:spChg chg="del mod">
          <ac:chgData name="창한 권" userId="54789885588d3f55" providerId="LiveId" clId="{EB857187-E6CB-4A8E-853C-38E45C33FAD5}" dt="2025-11-03T12:27:19.023" v="11871" actId="478"/>
          <ac:spMkLst>
            <pc:docMk/>
            <pc:sldMk cId="3488187819" sldId="297"/>
            <ac:spMk id="9" creationId="{F2482575-7D5F-2E51-2BAB-EA01E63B8439}"/>
          </ac:spMkLst>
        </pc:spChg>
        <pc:spChg chg="del mod">
          <ac:chgData name="창한 권" userId="54789885588d3f55" providerId="LiveId" clId="{EB857187-E6CB-4A8E-853C-38E45C33FAD5}" dt="2025-11-03T12:27:19.023" v="11871" actId="478"/>
          <ac:spMkLst>
            <pc:docMk/>
            <pc:sldMk cId="3488187819" sldId="297"/>
            <ac:spMk id="10" creationId="{D6666501-EAF2-0851-0813-2CBDF8D08C7E}"/>
          </ac:spMkLst>
        </pc:spChg>
        <pc:picChg chg="del mod">
          <ac:chgData name="창한 권" userId="54789885588d3f55" providerId="LiveId" clId="{EB857187-E6CB-4A8E-853C-38E45C33FAD5}" dt="2025-11-03T12:27:11.019" v="11867" actId="478"/>
          <ac:picMkLst>
            <pc:docMk/>
            <pc:sldMk cId="3488187819" sldId="297"/>
            <ac:picMk id="4" creationId="{8F0B5F11-FB85-6027-7774-9D8BBCB4A228}"/>
          </ac:picMkLst>
        </pc:picChg>
        <pc:picChg chg="add mod">
          <ac:chgData name="창한 권" userId="54789885588d3f55" providerId="LiveId" clId="{EB857187-E6CB-4A8E-853C-38E45C33FAD5}" dt="2025-11-03T12:27:29.343" v="11875" actId="1076"/>
          <ac:picMkLst>
            <pc:docMk/>
            <pc:sldMk cId="3488187819" sldId="297"/>
            <ac:picMk id="5" creationId="{2F7C90EB-94EF-0517-5EF4-99504F215DFB}"/>
          </ac:picMkLst>
        </pc:picChg>
      </pc:sldChg>
      <pc:sldChg chg="addSp delSp modSp add mod">
        <pc:chgData name="창한 권" userId="54789885588d3f55" providerId="LiveId" clId="{EB857187-E6CB-4A8E-853C-38E45C33FAD5}" dt="2025-11-04T04:03:09.947" v="13485" actId="5793"/>
        <pc:sldMkLst>
          <pc:docMk/>
          <pc:sldMk cId="832094504" sldId="298"/>
        </pc:sldMkLst>
        <pc:spChg chg="mod">
          <ac:chgData name="창한 권" userId="54789885588d3f55" providerId="LiveId" clId="{EB857187-E6CB-4A8E-853C-38E45C33FAD5}" dt="2025-11-04T04:03:09.947" v="13485" actId="5793"/>
          <ac:spMkLst>
            <pc:docMk/>
            <pc:sldMk cId="832094504" sldId="298"/>
            <ac:spMk id="2" creationId="{3F44A097-E93F-86AF-156D-BDF969B6362C}"/>
          </ac:spMkLst>
        </pc:spChg>
        <pc:spChg chg="add mod">
          <ac:chgData name="창한 권" userId="54789885588d3f55" providerId="LiveId" clId="{EB857187-E6CB-4A8E-853C-38E45C33FAD5}" dt="2025-11-04T03:51:43.198" v="12629" actId="5793"/>
          <ac:spMkLst>
            <pc:docMk/>
            <pc:sldMk cId="832094504" sldId="298"/>
            <ac:spMk id="3" creationId="{56D3C30D-1986-4E95-5573-7A08F59195BD}"/>
          </ac:spMkLst>
        </pc:spChg>
        <pc:spChg chg="add del mod">
          <ac:chgData name="창한 권" userId="54789885588d3f55" providerId="LiveId" clId="{EB857187-E6CB-4A8E-853C-38E45C33FAD5}" dt="2025-11-04T03:51:15.035" v="12523" actId="478"/>
          <ac:spMkLst>
            <pc:docMk/>
            <pc:sldMk cId="832094504" sldId="298"/>
            <ac:spMk id="4" creationId="{398E1712-464A-6775-E4AC-1FD293D9A672}"/>
          </ac:spMkLst>
        </pc:spChg>
        <pc:spChg chg="add mod">
          <ac:chgData name="창한 권" userId="54789885588d3f55" providerId="LiveId" clId="{EB857187-E6CB-4A8E-853C-38E45C33FAD5}" dt="2025-11-04T03:52:24.495" v="12713" actId="20577"/>
          <ac:spMkLst>
            <pc:docMk/>
            <pc:sldMk cId="832094504" sldId="298"/>
            <ac:spMk id="5" creationId="{34E45313-5EA2-FA3A-E90D-EA7CE602023E}"/>
          </ac:spMkLst>
        </pc:spChg>
        <pc:spChg chg="mod">
          <ac:chgData name="창한 권" userId="54789885588d3f55" providerId="LiveId" clId="{EB857187-E6CB-4A8E-853C-38E45C33FAD5}" dt="2025-11-04T03:58:04.420" v="13244" actId="14100"/>
          <ac:spMkLst>
            <pc:docMk/>
            <pc:sldMk cId="832094504" sldId="298"/>
            <ac:spMk id="6" creationId="{DA4E5C13-CEB4-2783-6CEC-BA9148846F6E}"/>
          </ac:spMkLst>
        </pc:spChg>
        <pc:spChg chg="mod">
          <ac:chgData name="창한 권" userId="54789885588d3f55" providerId="LiveId" clId="{EB857187-E6CB-4A8E-853C-38E45C33FAD5}" dt="2025-11-03T12:44:29.226" v="12494" actId="1038"/>
          <ac:spMkLst>
            <pc:docMk/>
            <pc:sldMk cId="832094504" sldId="298"/>
            <ac:spMk id="7" creationId="{4CB6328F-F3D2-8804-5107-A3DFFA1CAD6E}"/>
          </ac:spMkLst>
        </pc:spChg>
        <pc:spChg chg="add mod">
          <ac:chgData name="창한 권" userId="54789885588d3f55" providerId="LiveId" clId="{EB857187-E6CB-4A8E-853C-38E45C33FAD5}" dt="2025-11-04T03:55:33.531" v="13044" actId="1076"/>
          <ac:spMkLst>
            <pc:docMk/>
            <pc:sldMk cId="832094504" sldId="298"/>
            <ac:spMk id="8" creationId="{00CF5CFF-1ABC-6C7E-1F46-3725292F9C67}"/>
          </ac:spMkLst>
        </pc:spChg>
        <pc:spChg chg="del">
          <ac:chgData name="창한 권" userId="54789885588d3f55" providerId="LiveId" clId="{EB857187-E6CB-4A8E-853C-38E45C33FAD5}" dt="2025-11-03T12:31:59.200" v="12131" actId="478"/>
          <ac:spMkLst>
            <pc:docMk/>
            <pc:sldMk cId="832094504" sldId="298"/>
            <ac:spMk id="8" creationId="{2AD1D6A3-41A5-E3E3-787B-8A8316F92ECB}"/>
          </ac:spMkLst>
        </pc:spChg>
        <pc:spChg chg="add mod">
          <ac:chgData name="창한 권" userId="54789885588d3f55" providerId="LiveId" clId="{EB857187-E6CB-4A8E-853C-38E45C33FAD5}" dt="2025-11-04T03:56:40.941" v="13105" actId="20577"/>
          <ac:spMkLst>
            <pc:docMk/>
            <pc:sldMk cId="832094504" sldId="298"/>
            <ac:spMk id="9" creationId="{9FDD4832-6C98-5672-CED8-E252B0CF6D73}"/>
          </ac:spMkLst>
        </pc:spChg>
        <pc:spChg chg="add mod">
          <ac:chgData name="창한 권" userId="54789885588d3f55" providerId="LiveId" clId="{EB857187-E6CB-4A8E-853C-38E45C33FAD5}" dt="2025-11-04T04:00:04.056" v="13473" actId="20577"/>
          <ac:spMkLst>
            <pc:docMk/>
            <pc:sldMk cId="832094504" sldId="298"/>
            <ac:spMk id="10" creationId="{BE31F656-6E36-1E56-B9C1-DFA9BE47D0FE}"/>
          </ac:spMkLst>
        </pc:spChg>
        <pc:spChg chg="add mod">
          <ac:chgData name="창한 권" userId="54789885588d3f55" providerId="LiveId" clId="{EB857187-E6CB-4A8E-853C-38E45C33FAD5}" dt="2025-11-04T04:02:42.817" v="13474"/>
          <ac:spMkLst>
            <pc:docMk/>
            <pc:sldMk cId="832094504" sldId="298"/>
            <ac:spMk id="11" creationId="{38318A7F-7F49-06ED-5BE5-A342B7398206}"/>
          </ac:spMkLst>
        </pc:spChg>
        <pc:picChg chg="del">
          <ac:chgData name="창한 권" userId="54789885588d3f55" providerId="LiveId" clId="{EB857187-E6CB-4A8E-853C-38E45C33FAD5}" dt="2025-11-03T12:32:54.436" v="12132" actId="478"/>
          <ac:picMkLst>
            <pc:docMk/>
            <pc:sldMk cId="832094504" sldId="298"/>
            <ac:picMk id="5" creationId="{0F15A09D-6F4B-994E-79A0-5D2EBF8BC54D}"/>
          </ac:picMkLst>
        </pc:picChg>
      </pc:sldChg>
      <pc:sldChg chg="delSp modSp add mod ord">
        <pc:chgData name="창한 권" userId="54789885588d3f55" providerId="LiveId" clId="{EB857187-E6CB-4A8E-853C-38E45C33FAD5}" dt="2025-11-04T04:03:07.395" v="13483" actId="20577"/>
        <pc:sldMkLst>
          <pc:docMk/>
          <pc:sldMk cId="2618733227" sldId="299"/>
        </pc:sldMkLst>
        <pc:spChg chg="mod">
          <ac:chgData name="창한 권" userId="54789885588d3f55" providerId="LiveId" clId="{EB857187-E6CB-4A8E-853C-38E45C33FAD5}" dt="2025-11-04T04:03:07.395" v="13483" actId="20577"/>
          <ac:spMkLst>
            <pc:docMk/>
            <pc:sldMk cId="2618733227" sldId="299"/>
            <ac:spMk id="2" creationId="{8291E466-A87C-6589-7BDE-65E11594D34A}"/>
          </ac:spMkLst>
        </pc:spChg>
        <pc:spChg chg="del">
          <ac:chgData name="창한 권" userId="54789885588d3f55" providerId="LiveId" clId="{EB857187-E6CB-4A8E-853C-38E45C33FAD5}" dt="2025-11-04T04:02:56.411" v="13477" actId="478"/>
          <ac:spMkLst>
            <pc:docMk/>
            <pc:sldMk cId="2618733227" sldId="299"/>
            <ac:spMk id="5" creationId="{A2158CDD-5C5D-782A-B96A-4F349A20BF47}"/>
          </ac:spMkLst>
        </pc:spChg>
        <pc:spChg chg="del">
          <ac:chgData name="창한 권" userId="54789885588d3f55" providerId="LiveId" clId="{EB857187-E6CB-4A8E-853C-38E45C33FAD5}" dt="2025-11-04T04:02:58.650" v="13478" actId="478"/>
          <ac:spMkLst>
            <pc:docMk/>
            <pc:sldMk cId="2618733227" sldId="299"/>
            <ac:spMk id="8" creationId="{07F3165A-DEA9-EB45-044A-5D32FA3C035C}"/>
          </ac:spMkLst>
        </pc:spChg>
        <pc:spChg chg="del">
          <ac:chgData name="창한 권" userId="54789885588d3f55" providerId="LiveId" clId="{EB857187-E6CB-4A8E-853C-38E45C33FAD5}" dt="2025-11-04T04:02:56.411" v="13477" actId="478"/>
          <ac:spMkLst>
            <pc:docMk/>
            <pc:sldMk cId="2618733227" sldId="299"/>
            <ac:spMk id="9" creationId="{BC71AB81-D7CA-B083-91E1-A9917C5672F8}"/>
          </ac:spMkLst>
        </pc:spChg>
        <pc:spChg chg="del">
          <ac:chgData name="창한 권" userId="54789885588d3f55" providerId="LiveId" clId="{EB857187-E6CB-4A8E-853C-38E45C33FAD5}" dt="2025-11-04T04:02:54.351" v="13476" actId="478"/>
          <ac:spMkLst>
            <pc:docMk/>
            <pc:sldMk cId="2618733227" sldId="299"/>
            <ac:spMk id="10" creationId="{6D9E99E1-D1AE-7F8A-E741-BF8349772D66}"/>
          </ac:spMkLst>
        </pc:spChg>
      </pc:sldChg>
      <pc:sldChg chg="addSp delSp modSp add mod">
        <pc:chgData name="창한 권" userId="54789885588d3f55" providerId="LiveId" clId="{EB857187-E6CB-4A8E-853C-38E45C33FAD5}" dt="2025-11-04T04:12:12.993" v="14008" actId="1076"/>
        <pc:sldMkLst>
          <pc:docMk/>
          <pc:sldMk cId="3605545781" sldId="300"/>
        </pc:sldMkLst>
        <pc:spChg chg="mod">
          <ac:chgData name="창한 권" userId="54789885588d3f55" providerId="LiveId" clId="{EB857187-E6CB-4A8E-853C-38E45C33FAD5}" dt="2025-11-04T04:03:19.705" v="13490" actId="20577"/>
          <ac:spMkLst>
            <pc:docMk/>
            <pc:sldMk cId="3605545781" sldId="300"/>
            <ac:spMk id="2" creationId="{23D9F4F4-CA88-ABC5-C50E-E9E1981B5D25}"/>
          </ac:spMkLst>
        </pc:spChg>
        <pc:spChg chg="add del mod">
          <ac:chgData name="창한 권" userId="54789885588d3f55" providerId="LiveId" clId="{EB857187-E6CB-4A8E-853C-38E45C33FAD5}" dt="2025-11-04T04:07:39.501" v="14004" actId="20577"/>
          <ac:spMkLst>
            <pc:docMk/>
            <pc:sldMk cId="3605545781" sldId="300"/>
            <ac:spMk id="3" creationId="{76A8BDCF-DECE-C39A-7A47-EB2B875A468B}"/>
          </ac:spMkLst>
        </pc:spChg>
        <pc:spChg chg="add del">
          <ac:chgData name="창한 권" userId="54789885588d3f55" providerId="LiveId" clId="{EB857187-E6CB-4A8E-853C-38E45C33FAD5}" dt="2025-11-04T04:03:39.043" v="13493" actId="478"/>
          <ac:spMkLst>
            <pc:docMk/>
            <pc:sldMk cId="3605545781" sldId="300"/>
            <ac:spMk id="5" creationId="{E485240A-7BD0-DE37-2365-0B47A1A4BB8D}"/>
          </ac:spMkLst>
        </pc:spChg>
        <pc:spChg chg="add del mod">
          <ac:chgData name="창한 권" userId="54789885588d3f55" providerId="LiveId" clId="{EB857187-E6CB-4A8E-853C-38E45C33FAD5}" dt="2025-11-04T04:04:01.295" v="13534" actId="20577"/>
          <ac:spMkLst>
            <pc:docMk/>
            <pc:sldMk cId="3605545781" sldId="300"/>
            <ac:spMk id="7" creationId="{7C83B88A-B41F-DAB7-2D59-9AEB205187B9}"/>
          </ac:spMkLst>
        </pc:spChg>
        <pc:spChg chg="add del">
          <ac:chgData name="창한 권" userId="54789885588d3f55" providerId="LiveId" clId="{EB857187-E6CB-4A8E-853C-38E45C33FAD5}" dt="2025-11-04T04:03:39.043" v="13493" actId="478"/>
          <ac:spMkLst>
            <pc:docMk/>
            <pc:sldMk cId="3605545781" sldId="300"/>
            <ac:spMk id="8" creationId="{44442770-BA16-90E4-7564-28854338AF44}"/>
          </ac:spMkLst>
        </pc:spChg>
        <pc:spChg chg="add del">
          <ac:chgData name="창한 권" userId="54789885588d3f55" providerId="LiveId" clId="{EB857187-E6CB-4A8E-853C-38E45C33FAD5}" dt="2025-11-04T04:03:39.043" v="13493" actId="478"/>
          <ac:spMkLst>
            <pc:docMk/>
            <pc:sldMk cId="3605545781" sldId="300"/>
            <ac:spMk id="9" creationId="{1D875C31-0639-2A67-EE58-38E488EB6A9F}"/>
          </ac:spMkLst>
        </pc:spChg>
        <pc:spChg chg="add del">
          <ac:chgData name="창한 권" userId="54789885588d3f55" providerId="LiveId" clId="{EB857187-E6CB-4A8E-853C-38E45C33FAD5}" dt="2025-11-04T04:03:39.043" v="13493" actId="478"/>
          <ac:spMkLst>
            <pc:docMk/>
            <pc:sldMk cId="3605545781" sldId="300"/>
            <ac:spMk id="10" creationId="{34FA32F9-E6D8-245A-9410-9EDCF98026BD}"/>
          </ac:spMkLst>
        </pc:spChg>
        <pc:picChg chg="add mod">
          <ac:chgData name="창한 권" userId="54789885588d3f55" providerId="LiveId" clId="{EB857187-E6CB-4A8E-853C-38E45C33FAD5}" dt="2025-11-04T04:12:12.993" v="14008" actId="1076"/>
          <ac:picMkLst>
            <pc:docMk/>
            <pc:sldMk cId="3605545781" sldId="300"/>
            <ac:picMk id="11" creationId="{0E09CBFF-CF1C-E414-4FC6-17B33FE11274}"/>
          </ac:picMkLst>
        </pc:picChg>
      </pc:sldChg>
      <pc:sldChg chg="new del">
        <pc:chgData name="창한 권" userId="54789885588d3f55" providerId="LiveId" clId="{EB857187-E6CB-4A8E-853C-38E45C33FAD5}" dt="2025-11-04T04:03:14.955" v="13487" actId="680"/>
        <pc:sldMkLst>
          <pc:docMk/>
          <pc:sldMk cId="3674503150" sldId="3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1FF1C1-4418-4674-8A66-5F79B48CC98A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2DE97-00C1-4A73-8799-9C3148F08B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7795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2DE97-00C1-4A73-8799-9C3148F08B9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567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B083C-1406-B519-C1CD-018647A8B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1AAFAD-438C-D83F-1D7A-00B6FC9B19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EBFDB0-0A2A-3182-3C2B-B8D3444C4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10B829-CC4A-8BB1-8387-1FB8E9E640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2DE97-00C1-4A73-8799-9C3148F08B9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8011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BB5F6-3BF4-52DD-29A2-729279A08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427D03-E89E-DD64-A760-769B6BFA1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8AC6C9-EF94-A4CF-A88B-4A8023B9E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7FC322-48F9-6ADD-4FC3-6603CD7803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2DE97-00C1-4A73-8799-9C3148F08B9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2907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792F5-3727-1782-8F4B-4CE5C93DB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023329-14B0-4C7C-827E-0162A0DE7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6A36DF-CE06-EEDE-A639-8EFC657EE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15F94F-E71F-0A88-601A-4440F8B144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2DE97-00C1-4A73-8799-9C3148F08B98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4921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D523E-5E20-3E95-9783-8B25A5948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668519-A1B2-CB5B-02C5-6832FD55C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1E62A1A-291F-5EC5-B183-334E42EF73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706A28-1EEE-D8E3-167A-43ECB20AF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2DE97-00C1-4A73-8799-9C3148F08B98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7115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A8DEE-5B16-19EA-9E1C-6B68D5F7A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C2F8C4-1E20-4ECA-B7E4-62792EDC3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F42C2B-A6C7-9BC1-89CD-E8AC20BFD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DA3495-E3F5-D718-FF1E-328D9BF1F9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2DE97-00C1-4A73-8799-9C3148F08B98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4571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B4108-CBAD-8B19-FCE5-CD74DFDF2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D2D498-C3AC-C7BF-ACEB-68E3DAD87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EF36A7-B004-FA52-C26C-0BB675FDA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76CF45-69DA-1BEF-111D-F72B27D035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2DE97-00C1-4A73-8799-9C3148F08B98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88422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5E24A-47EA-E51F-6B83-B761E454F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750F43-E97A-2BDE-75D8-F613F7FFC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3C4473-06B0-C1D8-266D-60D44BE06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C9949D-80B3-97CD-9FB0-BE56BC0B57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2DE97-00C1-4A73-8799-9C3148F08B98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41292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E5947-AC30-FA3E-3025-6906DC7CF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290D1E-0299-3029-1FA1-BAC17B37C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7AF79E-2904-3ECF-5409-F08B42001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24746B-E501-17C5-F748-B4667F138E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2DE97-00C1-4A73-8799-9C3148F08B98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5558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C97F6-759C-5AA8-454B-6E77159D6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A5ECEE-F2B4-A50D-78CB-7F478B485F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6639CA-6EB3-1ECE-47CB-92939A245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41D780-2BC7-E73B-BFC4-6499EF0DC0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2DE97-00C1-4A73-8799-9C3148F08B98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4711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53235-0DDE-7872-3ACA-0FEB3B00C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F06E25-5ECA-7229-1ABD-017180A68D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80282F-5FE8-148E-C685-B3397A43E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C8351C-7B20-1BB1-0580-7D3F654487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2DE97-00C1-4A73-8799-9C3148F08B98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23456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165B6-2743-3B3B-DF42-2281A0F15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56783E-2160-81AD-9280-F74B92D2C7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278656-C9B5-53C3-9424-F5475A88A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05ADE7-7E1A-3855-634D-B3083339EE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2DE97-00C1-4A73-8799-9C3148F08B98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9308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775F9-F31E-97AA-9BF3-800122F9F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7F7D76-AE4C-57A2-338D-F876A9F8B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25AC87-69B6-A0EB-6D28-DE82FB05F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D103D7-2936-22D7-86E4-DCF3F64CD8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2DE97-00C1-4A73-8799-9C3148F08B98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40860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A05ED-8492-2745-4468-6F65E9FA4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7FA6DD-8876-51AC-68C7-375A7497D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BD35E8-CCD1-99A5-7B7B-A6D9C3AC26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EDF9B0-5935-9ACD-DC8F-4E612EE2E1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2DE97-00C1-4A73-8799-9C3148F08B98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0679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61BAE-CA70-9FFA-E8BB-C8C7B9E0E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BD1625-82A1-EAA7-BC5D-FB82338A5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1F16BD-4E83-1F1F-DC53-AED007DD6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BD9150-9E38-AD68-F15E-B054A6E4C5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2DE97-00C1-4A73-8799-9C3148F08B98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4055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9D3330-1860-E3BB-1A51-1611B161A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134FBD3-1278-89B2-8C9F-B1DAF1B498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7C3F11-50F8-AF28-6BCD-0A258283A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3B10-3975-421D-A8A8-2EFEAA26942E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EBC6ED-EA2E-2114-911C-9E88FBBA4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76DE77-FA6E-4A51-257A-FCABADB0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CBC3-3BF7-46EF-B585-6623062C6B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9133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763FDA-0FC4-143B-F081-287AB6EF1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C78B1B-69C3-8752-B5D6-6D7898B33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F3B091-691D-B036-B618-905849B16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3B10-3975-421D-A8A8-2EFEAA26942E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3BDEC8-D51C-9C1F-241E-AC7A80735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DA3F63-D9C3-1F92-EC2A-FAAD0C68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CBC3-3BF7-46EF-B585-6623062C6B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8282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193DCE-CBB4-350C-FF1F-68AABA4E9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40615C-6A01-7528-D6BB-FEBE87650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82E7AA-B7BA-2981-48B2-B06F91F7F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3B10-3975-421D-A8A8-2EFEAA26942E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234225-D41F-D995-43B8-63DD7B4DC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2042A6-87FE-5597-34B5-BCF01CBDC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CBC3-3BF7-46EF-B585-6623062C6B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603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7410E-6B69-8B10-0D72-FCE3D275C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EB6863-8E0F-DAFB-415C-EF07DC5348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FBA416-2651-77B5-4701-92DED532C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137D4A-754E-211A-BA76-37FC7FA4E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3B10-3975-421D-A8A8-2EFEAA26942E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970EB2-7308-4EBC-F1C9-15A30DB05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4553BC-3D2D-1B01-E941-3D11514B4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CBC3-3BF7-46EF-B585-6623062C6B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9169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870E85-36CE-D24C-C5F8-9BC4BDE14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8710AB-DC74-E9FB-2C2C-903065B23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057DF8E-581D-AC29-6ADD-68E7E9A1E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0176964-350D-2E0E-BDEC-F759CEDB10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F157F19-42F0-5AA9-0EE9-FB65E7588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4232D9C-95E8-95E0-15A3-9C89C4D5B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3B10-3975-421D-A8A8-2EFEAA26942E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8D6F3CE-B81C-4370-CCFA-4E795A674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98360EF-D3C6-3EB4-C33E-11FAC12C8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CBC3-3BF7-46EF-B585-6623062C6B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8917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39BB02-5E91-709C-6DF8-D2D5B545B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B3939BF-824D-0FAD-362F-4FC13EAC8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3B10-3975-421D-A8A8-2EFEAA26942E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F9C3FD-98D9-75C0-D940-0DE09D598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865A1F-7DC5-66F5-AF74-DC15CBB32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CBC3-3BF7-46EF-B585-6623062C6B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980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78408C5-BDFA-7FBC-5AC3-6F51791D2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3B10-3975-421D-A8A8-2EFEAA26942E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3C34BE-3BA6-8CC8-09B9-FA92DE191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C25045-1F66-B5F6-E42A-8D52A4E80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CBC3-3BF7-46EF-B585-6623062C6B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442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6C188A-DDCB-6310-473C-F710FA894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16FAAE-F6DC-3E21-D13F-41381B3F9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527B27-1BBB-0754-6D60-A542064DA0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291840-2A49-FC34-224A-B07E5248E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3B10-3975-421D-A8A8-2EFEAA26942E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2D662F-80A4-042D-2CE1-B5FD7A95A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F7E854-7574-C400-1997-1C316CBB7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CBC3-3BF7-46EF-B585-6623062C6B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67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0D3B3B-941B-CB10-DBE4-5A9C20117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761536-DA2D-3ACE-717B-6EADB472CA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01CCEC-0DAF-CDC2-D10F-AB5FBEED8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FE8226-0713-F56C-A6C8-28D772C5E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3B10-3975-421D-A8A8-2EFEAA26942E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F1E7A0-BECF-0D88-2729-0E62EE425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4DE015-F1D5-BF2C-FB18-9DD67878C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CBC3-3BF7-46EF-B585-6623062C6B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4323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082492-FF83-97FB-4E2B-E0C8335C0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A7FC442-606E-0F00-3B4A-C9CA453E3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AC14CB-0B5C-7442-961C-D76399835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3B10-3975-421D-A8A8-2EFEAA26942E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6B2746-D289-95F3-CD80-EB3D9B089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2B79A0-9704-D94F-B31C-A40B1E761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CBC3-3BF7-46EF-B585-6623062C6B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243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125C7DF-B7D3-31DF-7EF4-2A7FCD9AAF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182CE41-6B0C-2AE3-389A-0390AB792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2BE34D-8E21-5D16-5B22-5B2C9FDB4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3B10-3975-421D-A8A8-2EFEAA26942E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1EB312-4483-59B8-C4D5-8DE2F163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423297-AD78-9D97-80A0-EE1461615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CBC3-3BF7-46EF-B585-6623062C6B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642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EFA1A9F-59A3-3CE4-F087-71CC5E3F4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A6CE02-AE5A-9305-ADFB-C5EFCF44A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0C0BD6-9897-6EF4-B276-12169A3EFD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DE3B10-3975-421D-A8A8-2EFEAA26942E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D77B9F-063E-E46B-11C3-685FB71C62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8DE686-EAB7-EE22-B896-F4FBEDEA2F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57CBC3-3BF7-46EF-B585-6623062C6B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758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44D28C-C7B6-6FE6-5E51-3E0D455A81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Flight Modes Introduction</a:t>
            </a:r>
            <a:endParaRPr lang="ko-KR" altLang="en-US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18147AC-A52F-D1AE-0FB0-55A9A59229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b="1" dirty="0"/>
              <a:t>2021145049</a:t>
            </a:r>
          </a:p>
          <a:p>
            <a:r>
              <a:rPr lang="ko-KR" altLang="en-US" b="1" dirty="0"/>
              <a:t>권창한</a:t>
            </a:r>
          </a:p>
        </p:txBody>
      </p:sp>
    </p:spTree>
    <p:extLst>
      <p:ext uri="{BB962C8B-B14F-4D97-AF65-F5344CB8AC3E}">
        <p14:creationId xmlns:p14="http://schemas.microsoft.com/office/powerpoint/2010/main" val="2804466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C410B6-70C5-BCF7-F140-7EB8AC716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20" y="-113340"/>
            <a:ext cx="10515600" cy="1325563"/>
          </a:xfrm>
        </p:spPr>
        <p:txBody>
          <a:bodyPr/>
          <a:lstStyle/>
          <a:p>
            <a:r>
              <a:rPr lang="en-US" altLang="ko-KR" b="1" dirty="0"/>
              <a:t>Mode </a:t>
            </a:r>
            <a:r>
              <a:rPr lang="ko-KR" altLang="en-US" b="1" dirty="0"/>
              <a:t>분류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CF5A70-0111-CCD6-CA0D-269545731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290" y="1045647"/>
            <a:ext cx="4488712" cy="3466103"/>
          </a:xfrm>
        </p:spPr>
        <p:txBody>
          <a:bodyPr>
            <a:normAutofit/>
          </a:bodyPr>
          <a:lstStyle/>
          <a:p>
            <a:r>
              <a:rPr lang="en-US" altLang="ko-KR" b="1" dirty="0"/>
              <a:t>Manual(</a:t>
            </a:r>
            <a:r>
              <a:rPr lang="ko-KR" altLang="en-US" b="1" dirty="0"/>
              <a:t>수동</a:t>
            </a:r>
            <a:r>
              <a:rPr lang="en-US" altLang="ko-KR" b="1" dirty="0"/>
              <a:t>)-Easy</a:t>
            </a:r>
          </a:p>
          <a:p>
            <a:pPr lvl="1"/>
            <a:r>
              <a:rPr lang="en-US" altLang="ko-KR" b="1" dirty="0"/>
              <a:t>Position Mode</a:t>
            </a:r>
          </a:p>
          <a:p>
            <a:pPr lvl="1"/>
            <a:r>
              <a:rPr lang="en-US" altLang="ko-KR" b="1" dirty="0"/>
              <a:t>Position Slow Mode</a:t>
            </a:r>
          </a:p>
          <a:p>
            <a:pPr lvl="1"/>
            <a:r>
              <a:rPr lang="en-US" altLang="ko-KR" b="1" dirty="0"/>
              <a:t>Altitude Mode</a:t>
            </a:r>
          </a:p>
          <a:p>
            <a:pPr lvl="1"/>
            <a:r>
              <a:rPr lang="en-US" altLang="ko-KR" b="1" dirty="0"/>
              <a:t>Stabilized Mode</a:t>
            </a:r>
          </a:p>
          <a:p>
            <a:pPr lvl="1"/>
            <a:r>
              <a:rPr lang="en-US" altLang="ko-KR" b="1" dirty="0"/>
              <a:t>Altitude Cruise Mode</a:t>
            </a:r>
          </a:p>
          <a:p>
            <a:r>
              <a:rPr lang="en-US" altLang="ko-KR" b="1" dirty="0"/>
              <a:t>Manual(</a:t>
            </a:r>
            <a:r>
              <a:rPr lang="ko-KR" altLang="en-US" b="1" dirty="0"/>
              <a:t>수동</a:t>
            </a:r>
            <a:r>
              <a:rPr lang="en-US" altLang="ko-KR" b="1" dirty="0"/>
              <a:t>)-Acrobatic</a:t>
            </a:r>
          </a:p>
          <a:p>
            <a:pPr lvl="1"/>
            <a:r>
              <a:rPr lang="en-US" altLang="ko-KR" b="1" dirty="0"/>
              <a:t>Acro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4A1EB4-CC2D-BC9F-FA55-E6EF1910EC86}"/>
              </a:ext>
            </a:extLst>
          </p:cNvPr>
          <p:cNvSpPr txBox="1">
            <a:spLocks/>
          </p:cNvSpPr>
          <p:nvPr/>
        </p:nvSpPr>
        <p:spPr>
          <a:xfrm>
            <a:off x="7667106" y="918647"/>
            <a:ext cx="4244164" cy="594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/>
              <a:t>Autonomous(</a:t>
            </a:r>
            <a:r>
              <a:rPr lang="ko-KR" altLang="en-US" b="1" dirty="0"/>
              <a:t>자동</a:t>
            </a:r>
            <a:r>
              <a:rPr lang="en-US" altLang="ko-KR" b="1" dirty="0"/>
              <a:t>)</a:t>
            </a:r>
          </a:p>
          <a:p>
            <a:pPr lvl="1"/>
            <a:r>
              <a:rPr lang="en-US" altLang="ko-KR" b="1" dirty="0"/>
              <a:t>Hold</a:t>
            </a:r>
          </a:p>
          <a:p>
            <a:pPr lvl="1"/>
            <a:r>
              <a:rPr lang="en-US" altLang="ko-KR" b="1" dirty="0"/>
              <a:t>Return</a:t>
            </a:r>
          </a:p>
          <a:p>
            <a:pPr lvl="1"/>
            <a:r>
              <a:rPr lang="en-US" altLang="ko-KR" b="1" dirty="0"/>
              <a:t>Mission</a:t>
            </a:r>
          </a:p>
          <a:p>
            <a:pPr lvl="1"/>
            <a:r>
              <a:rPr lang="en-US" altLang="ko-KR" b="1" dirty="0"/>
              <a:t>Takeoff</a:t>
            </a:r>
          </a:p>
          <a:p>
            <a:pPr lvl="1"/>
            <a:r>
              <a:rPr lang="en-US" altLang="ko-KR" b="1" dirty="0"/>
              <a:t>Land</a:t>
            </a:r>
          </a:p>
          <a:p>
            <a:pPr lvl="1"/>
            <a:r>
              <a:rPr lang="en-US" altLang="ko-KR" b="1" dirty="0"/>
              <a:t>Orbit</a:t>
            </a:r>
          </a:p>
          <a:p>
            <a:pPr lvl="1"/>
            <a:r>
              <a:rPr lang="en-US" altLang="ko-KR" b="1" dirty="0"/>
              <a:t>Follow Me</a:t>
            </a:r>
          </a:p>
          <a:p>
            <a:pPr lvl="1"/>
            <a:r>
              <a:rPr lang="en-US" altLang="ko-KR" b="1" dirty="0"/>
              <a:t>Offboard</a:t>
            </a:r>
            <a:endParaRPr lang="ko-KR" altLang="en-US" b="1" dirty="0"/>
          </a:p>
        </p:txBody>
      </p:sp>
      <p:sp>
        <p:nvSpPr>
          <p:cNvPr id="6" name="화살표: 왼쪽/오른쪽 5">
            <a:extLst>
              <a:ext uri="{FF2B5EF4-FFF2-40B4-BE49-F238E27FC236}">
                <a16:creationId xmlns:a16="http://schemas.microsoft.com/office/drawing/2014/main" id="{A830F01E-C7AD-3295-758F-2EB05749714B}"/>
              </a:ext>
            </a:extLst>
          </p:cNvPr>
          <p:cNvSpPr/>
          <p:nvPr/>
        </p:nvSpPr>
        <p:spPr>
          <a:xfrm>
            <a:off x="5247931" y="1536423"/>
            <a:ext cx="2158245" cy="1325563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모드 전환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AFF0709-615E-F4F5-21FD-854DA950371F}"/>
              </a:ext>
            </a:extLst>
          </p:cNvPr>
          <p:cNvSpPr txBox="1">
            <a:spLocks/>
          </p:cNvSpPr>
          <p:nvPr/>
        </p:nvSpPr>
        <p:spPr>
          <a:xfrm>
            <a:off x="4204972" y="2895712"/>
            <a:ext cx="4244164" cy="594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2000" b="1" dirty="0"/>
              <a:t>조종기 스위치</a:t>
            </a:r>
            <a:r>
              <a:rPr lang="en-US" altLang="ko-KR" sz="2000" b="1" dirty="0"/>
              <a:t>,</a:t>
            </a:r>
          </a:p>
          <a:p>
            <a:pPr marL="0" indent="0" algn="ctr">
              <a:buNone/>
            </a:pPr>
            <a:r>
              <a:rPr lang="ko-KR" altLang="en-US" sz="2000" b="1" dirty="0"/>
              <a:t>지상 관제소 이용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3257254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F0F9F-5888-8178-744F-71A3F0A16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D7FD3E-0C4B-384F-45FF-2175EF3589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Manual Mode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891453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A77A59-1EB8-AD81-17F4-457F1F704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-145238"/>
            <a:ext cx="10515600" cy="1325563"/>
          </a:xfrm>
        </p:spPr>
        <p:txBody>
          <a:bodyPr/>
          <a:lstStyle/>
          <a:p>
            <a:r>
              <a:rPr lang="en-US" altLang="ko-KR" b="1" dirty="0"/>
              <a:t>Position Mode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D2E89D-47DA-1F86-03A5-A5C97B5A3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205" y="1180325"/>
            <a:ext cx="11665688" cy="5465024"/>
          </a:xfrm>
        </p:spPr>
        <p:txBody>
          <a:bodyPr/>
          <a:lstStyle/>
          <a:p>
            <a:r>
              <a:rPr lang="en-US" altLang="ko-KR" b="1" dirty="0"/>
              <a:t>GPS/</a:t>
            </a:r>
            <a:r>
              <a:rPr lang="ko-KR" altLang="en-US" b="1" dirty="0"/>
              <a:t>위치 고정 기능</a:t>
            </a:r>
            <a:r>
              <a:rPr lang="en-US" altLang="ko-KR" b="1" dirty="0"/>
              <a:t>, </a:t>
            </a:r>
            <a:r>
              <a:rPr lang="ko-KR" altLang="en-US" b="1" dirty="0"/>
              <a:t>가장 쉽고 안전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b="1" dirty="0"/>
              <a:t>스틱</a:t>
            </a:r>
            <a:r>
              <a:rPr lang="en-US" altLang="ko-KR" b="1" dirty="0"/>
              <a:t> </a:t>
            </a:r>
            <a:r>
              <a:rPr lang="ko-KR" altLang="en-US" b="1" dirty="0"/>
              <a:t>기능</a:t>
            </a:r>
            <a:endParaRPr lang="en-US" altLang="ko-KR" b="1" dirty="0"/>
          </a:p>
          <a:p>
            <a:pPr lvl="1"/>
            <a:r>
              <a:rPr lang="en-US" altLang="ko-KR" b="1" dirty="0"/>
              <a:t>Roll/Pitch: </a:t>
            </a:r>
            <a:r>
              <a:rPr lang="ko-KR" altLang="en-US" b="1" dirty="0"/>
              <a:t>지면 위에서의 가속 제어 </a:t>
            </a:r>
            <a:endParaRPr lang="en-US" altLang="ko-KR" b="1" dirty="0"/>
          </a:p>
          <a:p>
            <a:pPr lvl="1"/>
            <a:r>
              <a:rPr lang="en-US" altLang="ko-KR" b="1" dirty="0"/>
              <a:t>Yaw: </a:t>
            </a:r>
            <a:r>
              <a:rPr lang="ko-KR" altLang="en-US" b="1" dirty="0"/>
              <a:t>수평 회전 제어 </a:t>
            </a:r>
            <a:endParaRPr lang="en-US" altLang="ko-KR" b="1" dirty="0"/>
          </a:p>
          <a:p>
            <a:pPr lvl="1"/>
            <a:r>
              <a:rPr lang="en-US" altLang="ko-KR" b="1" dirty="0"/>
              <a:t>Throttle: </a:t>
            </a:r>
            <a:r>
              <a:rPr lang="ko-KR" altLang="en-US" b="1" dirty="0"/>
              <a:t>상승</a:t>
            </a:r>
            <a:r>
              <a:rPr lang="en-US" altLang="ko-KR" b="1" dirty="0"/>
              <a:t>-</a:t>
            </a:r>
            <a:r>
              <a:rPr lang="ko-KR" altLang="en-US" b="1" dirty="0"/>
              <a:t>하강 속도 제어 </a:t>
            </a:r>
            <a:endParaRPr lang="en-US" altLang="ko-KR" b="1" dirty="0"/>
          </a:p>
          <a:p>
            <a:r>
              <a:rPr lang="ko-KR" altLang="en-US" b="1" dirty="0"/>
              <a:t>스틱 해제 시</a:t>
            </a:r>
            <a:endParaRPr lang="en-US" altLang="ko-KR" b="1" dirty="0"/>
          </a:p>
          <a:p>
            <a:pPr lvl="1"/>
            <a:r>
              <a:rPr lang="ko-KR" altLang="en-US" b="1" dirty="0"/>
              <a:t>기체 자동적 제동</a:t>
            </a:r>
            <a:r>
              <a:rPr lang="en-US" altLang="ko-KR" b="1" dirty="0"/>
              <a:t>, </a:t>
            </a:r>
            <a:r>
              <a:rPr lang="ko-KR" altLang="en-US" b="1" dirty="0"/>
              <a:t>현 위치 </a:t>
            </a:r>
            <a:r>
              <a:rPr lang="en-US" altLang="ko-KR" b="1" dirty="0"/>
              <a:t>&amp; </a:t>
            </a:r>
            <a:r>
              <a:rPr lang="ko-KR" altLang="en-US" b="1" dirty="0"/>
              <a:t>고도 유지</a:t>
            </a:r>
            <a:endParaRPr lang="en-US" altLang="ko-KR" b="1" dirty="0"/>
          </a:p>
          <a:p>
            <a:pPr lvl="1"/>
            <a:endParaRPr lang="en-US" altLang="ko-KR" b="1" dirty="0"/>
          </a:p>
          <a:p>
            <a:r>
              <a:rPr lang="ko-KR" altLang="en-US" b="1" dirty="0"/>
              <a:t>언제 주로 사용하는가</a:t>
            </a:r>
            <a:r>
              <a:rPr lang="en-US" altLang="ko-KR" b="1" dirty="0"/>
              <a:t>? </a:t>
            </a:r>
          </a:p>
          <a:p>
            <a:pPr lvl="1"/>
            <a:r>
              <a:rPr lang="ko-KR" altLang="en-US" b="1" dirty="0"/>
              <a:t>비행 처음 시작 </a:t>
            </a:r>
            <a:r>
              <a:rPr lang="en-US" altLang="ko-KR" b="1" dirty="0"/>
              <a:t>or </a:t>
            </a:r>
            <a:r>
              <a:rPr lang="ko-KR" altLang="en-US" b="1" dirty="0"/>
              <a:t>정밀 위치 유지가 필요한 상황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AB000A1-E989-FF46-143F-C894CB154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6700" y="274574"/>
            <a:ext cx="4026105" cy="5202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444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12758-0BA0-E6F3-0F76-379C4A8E1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D9CF27-18F0-72D3-FC2E-B61FE36F4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-145238"/>
            <a:ext cx="10515600" cy="1325563"/>
          </a:xfrm>
        </p:spPr>
        <p:txBody>
          <a:bodyPr/>
          <a:lstStyle/>
          <a:p>
            <a:r>
              <a:rPr lang="en-US" altLang="ko-KR" b="1" dirty="0"/>
              <a:t>Position Mode – Detail 1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7242438-7F5B-88F9-A44D-432F6DBFD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67" y="1604909"/>
            <a:ext cx="5852633" cy="22486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9A220C-68BE-D56A-8944-0FA424EBCE7B}"/>
              </a:ext>
            </a:extLst>
          </p:cNvPr>
          <p:cNvSpPr txBox="1"/>
          <p:nvPr/>
        </p:nvSpPr>
        <p:spPr>
          <a:xfrm>
            <a:off x="62614" y="4278169"/>
            <a:ext cx="64640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b="1" dirty="0"/>
              <a:t>왼쪽 스틱</a:t>
            </a:r>
            <a:r>
              <a:rPr lang="en-US" altLang="ko-KR" b="1" dirty="0"/>
              <a:t>: Throttle/Yaw – </a:t>
            </a:r>
            <a:r>
              <a:rPr lang="ko-KR" altLang="en-US" b="1" dirty="0"/>
              <a:t>상승</a:t>
            </a:r>
            <a:r>
              <a:rPr lang="en-US" altLang="ko-KR" b="1" dirty="0"/>
              <a:t>/</a:t>
            </a:r>
            <a:r>
              <a:rPr lang="ko-KR" altLang="en-US" b="1" dirty="0"/>
              <a:t>하강 및 수평 회전 </a:t>
            </a:r>
            <a:endParaRPr lang="en-US" altLang="ko-KR" b="1" dirty="0"/>
          </a:p>
          <a:p>
            <a:pPr marL="285750" indent="-285750">
              <a:buFontTx/>
              <a:buChar char="-"/>
            </a:pPr>
            <a:r>
              <a:rPr lang="ko-KR" altLang="en-US" b="1" dirty="0"/>
              <a:t>오른쪽 스틱</a:t>
            </a:r>
            <a:r>
              <a:rPr lang="en-US" altLang="ko-KR" b="1" dirty="0"/>
              <a:t>: Pitch/Roll – </a:t>
            </a:r>
            <a:r>
              <a:rPr lang="ko-KR" altLang="en-US" b="1" dirty="0"/>
              <a:t>전</a:t>
            </a:r>
            <a:r>
              <a:rPr lang="en-US" altLang="ko-KR" b="1" dirty="0"/>
              <a:t>/</a:t>
            </a:r>
            <a:r>
              <a:rPr lang="ko-KR" altLang="en-US" b="1" dirty="0"/>
              <a:t>후진 및 좌우 이동</a:t>
            </a:r>
            <a:endParaRPr lang="en-US" altLang="ko-KR" b="1" dirty="0"/>
          </a:p>
          <a:p>
            <a:pPr marL="285750" indent="-285750">
              <a:buFontTx/>
              <a:buChar char="-"/>
            </a:pPr>
            <a:r>
              <a:rPr lang="ko-KR" altLang="en-US" b="1" dirty="0"/>
              <a:t>해당 이미지는 </a:t>
            </a:r>
            <a:r>
              <a:rPr lang="en-US" altLang="ko-KR" b="1" dirty="0"/>
              <a:t>Mode 2 </a:t>
            </a:r>
            <a:r>
              <a:rPr lang="ko-KR" altLang="en-US" b="1" dirty="0"/>
              <a:t>기준이며</a:t>
            </a:r>
            <a:r>
              <a:rPr lang="en-US" altLang="ko-KR" b="1" dirty="0"/>
              <a:t>, Mode 1</a:t>
            </a:r>
            <a:r>
              <a:rPr lang="ko-KR" altLang="en-US" b="1" dirty="0"/>
              <a:t>에서는 반대</a:t>
            </a:r>
            <a:endParaRPr lang="en-US" altLang="ko-KR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7EBE28D-D9C2-7B4A-127D-3D1064F1507D}"/>
              </a:ext>
            </a:extLst>
          </p:cNvPr>
          <p:cNvSpPr/>
          <p:nvPr/>
        </p:nvSpPr>
        <p:spPr>
          <a:xfrm>
            <a:off x="62614" y="1120774"/>
            <a:ext cx="6160386" cy="55848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A5086E-5874-52EE-2081-DDFA9F3B575C}"/>
              </a:ext>
            </a:extLst>
          </p:cNvPr>
          <p:cNvSpPr txBox="1"/>
          <p:nvPr/>
        </p:nvSpPr>
        <p:spPr>
          <a:xfrm>
            <a:off x="113414" y="1235577"/>
            <a:ext cx="389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/>
              <a:t>스틱 조종 개요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8E4EA8E-96D3-08D1-6883-285AF9C311F7}"/>
              </a:ext>
            </a:extLst>
          </p:cNvPr>
          <p:cNvSpPr/>
          <p:nvPr/>
        </p:nvSpPr>
        <p:spPr>
          <a:xfrm>
            <a:off x="6302487" y="1120774"/>
            <a:ext cx="5801499" cy="55848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54A673-9EA4-7EB0-4801-D145E0650899}"/>
              </a:ext>
            </a:extLst>
          </p:cNvPr>
          <p:cNvSpPr txBox="1"/>
          <p:nvPr/>
        </p:nvSpPr>
        <p:spPr>
          <a:xfrm>
            <a:off x="6425314" y="1235577"/>
            <a:ext cx="389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/>
              <a:t>Position Mode</a:t>
            </a:r>
            <a:r>
              <a:rPr lang="ko-KR" altLang="en-US" b="1" dirty="0"/>
              <a:t>에서 </a:t>
            </a:r>
            <a:r>
              <a:rPr lang="en-US" altLang="ko-KR" b="1" dirty="0"/>
              <a:t>Landing</a:t>
            </a:r>
            <a:r>
              <a:rPr lang="ko-KR" altLang="en-US" b="1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7E0946-F6DC-895E-DA89-377C624BB54D}"/>
              </a:ext>
            </a:extLst>
          </p:cNvPr>
          <p:cNvSpPr txBox="1"/>
          <p:nvPr/>
        </p:nvSpPr>
        <p:spPr>
          <a:xfrm>
            <a:off x="6403754" y="1805916"/>
            <a:ext cx="55448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Roll/Pitch </a:t>
            </a:r>
            <a:r>
              <a:rPr lang="en-US" altLang="ko-KR" b="1" dirty="0">
                <a:sym typeface="Wingdings" panose="05000000000000000000" pitchFamily="2" charset="2"/>
              </a:rPr>
              <a:t> </a:t>
            </a:r>
            <a:r>
              <a:rPr lang="ko-KR" altLang="en-US" b="1" dirty="0"/>
              <a:t>착륙 지점 위로 수평 이동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b="1" dirty="0"/>
              <a:t>기체가 정지할 때 까지 대기 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 err="1"/>
              <a:t>Trottle</a:t>
            </a:r>
            <a:r>
              <a:rPr lang="en-US" altLang="ko-KR" b="1" dirty="0"/>
              <a:t> </a:t>
            </a:r>
            <a:r>
              <a:rPr lang="ko-KR" altLang="en-US" b="1" dirty="0"/>
              <a:t>스틱을 착륙할 때까지 부드럽게 당김 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b="1" dirty="0"/>
              <a:t>빠르게 착륙 감지하도록 </a:t>
            </a:r>
            <a:r>
              <a:rPr lang="en-US" altLang="ko-KR" b="1" dirty="0"/>
              <a:t>Throttle </a:t>
            </a:r>
            <a:r>
              <a:rPr lang="ko-KR" altLang="en-US" b="1" dirty="0"/>
              <a:t>스틱을 끝까지 아래로 당김 </a:t>
            </a:r>
            <a:endParaRPr lang="en-US" altLang="ko-KR" b="1" dirty="0"/>
          </a:p>
          <a:p>
            <a:r>
              <a:rPr lang="en-US" altLang="ko-KR" b="1" dirty="0">
                <a:sym typeface="Wingdings" panose="05000000000000000000" pitchFamily="2" charset="2"/>
              </a:rPr>
              <a:t> </a:t>
            </a:r>
            <a:r>
              <a:rPr lang="ko-KR" altLang="en-US" b="1" dirty="0">
                <a:sym typeface="Wingdings" panose="05000000000000000000" pitchFamily="2" charset="2"/>
              </a:rPr>
              <a:t>지면 감지하면</a:t>
            </a:r>
            <a:r>
              <a:rPr lang="en-US" altLang="ko-KR" b="1" dirty="0">
                <a:sym typeface="Wingdings" panose="05000000000000000000" pitchFamily="2" charset="2"/>
              </a:rPr>
              <a:t>, </a:t>
            </a:r>
            <a:r>
              <a:rPr lang="ko-KR" altLang="en-US" b="1" dirty="0">
                <a:sym typeface="Wingdings" panose="05000000000000000000" pitchFamily="2" charset="2"/>
              </a:rPr>
              <a:t>자동으로 </a:t>
            </a:r>
            <a:r>
              <a:rPr lang="en-US" altLang="ko-KR" b="1" dirty="0">
                <a:sym typeface="Wingdings" panose="05000000000000000000" pitchFamily="2" charset="2"/>
              </a:rPr>
              <a:t>Disarm</a:t>
            </a:r>
            <a:r>
              <a:rPr lang="ko-KR" altLang="en-US" b="1" dirty="0">
                <a:sym typeface="Wingdings" panose="05000000000000000000" pitchFamily="2" charset="2"/>
              </a:rPr>
              <a:t>됨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101989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46541-4EE8-378E-791B-50C69EF30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8D281D-9935-A895-3E36-B8B61A7AA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-145238"/>
            <a:ext cx="10515600" cy="1325563"/>
          </a:xfrm>
        </p:spPr>
        <p:txBody>
          <a:bodyPr/>
          <a:lstStyle/>
          <a:p>
            <a:r>
              <a:rPr lang="en-US" altLang="ko-KR" b="1" dirty="0"/>
              <a:t>Position Mode – Detail 2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A503677-6148-F955-E7A1-59C330300452}"/>
              </a:ext>
            </a:extLst>
          </p:cNvPr>
          <p:cNvSpPr/>
          <p:nvPr/>
        </p:nvSpPr>
        <p:spPr>
          <a:xfrm>
            <a:off x="367414" y="1120774"/>
            <a:ext cx="4315384" cy="55848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9EB7A0-E7B8-0C03-D530-18E1A9AC7180}"/>
              </a:ext>
            </a:extLst>
          </p:cNvPr>
          <p:cNvSpPr txBox="1"/>
          <p:nvPr/>
        </p:nvSpPr>
        <p:spPr>
          <a:xfrm>
            <a:off x="418213" y="1235577"/>
            <a:ext cx="4264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/>
              <a:t>Parameter</a:t>
            </a:r>
            <a:r>
              <a:rPr lang="ko-KR" altLang="en-US" b="1" dirty="0"/>
              <a:t>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758B53B-AE6A-6DA4-8EB2-4385181590DC}"/>
              </a:ext>
            </a:extLst>
          </p:cNvPr>
          <p:cNvSpPr/>
          <p:nvPr/>
        </p:nvSpPr>
        <p:spPr>
          <a:xfrm>
            <a:off x="4794250" y="1120774"/>
            <a:ext cx="6743701" cy="55848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EBD9FA-9C87-63F5-E79A-A71F4C3A8046}"/>
              </a:ext>
            </a:extLst>
          </p:cNvPr>
          <p:cNvSpPr txBox="1"/>
          <p:nvPr/>
        </p:nvSpPr>
        <p:spPr>
          <a:xfrm>
            <a:off x="5028365" y="1235577"/>
            <a:ext cx="389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/>
              <a:t>Warning </a:t>
            </a:r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AEF4FF-6F53-E43E-035E-97FF37ED0770}"/>
              </a:ext>
            </a:extLst>
          </p:cNvPr>
          <p:cNvSpPr txBox="1"/>
          <p:nvPr/>
        </p:nvSpPr>
        <p:spPr>
          <a:xfrm>
            <a:off x="5028365" y="1755116"/>
            <a:ext cx="57256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b="1" dirty="0"/>
              <a:t>Case 1. </a:t>
            </a:r>
            <a:r>
              <a:rPr lang="ko-KR" altLang="en-US" b="1" dirty="0"/>
              <a:t>기체가 수평 이동을 멈추지 않을 때 </a:t>
            </a:r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b="1" dirty="0">
                <a:sym typeface="Wingdings" panose="05000000000000000000" pitchFamily="2" charset="2"/>
              </a:rPr>
              <a:t>Altitude </a:t>
            </a:r>
            <a:r>
              <a:rPr lang="ko-KR" altLang="en-US" b="1" dirty="0">
                <a:sym typeface="Wingdings" panose="05000000000000000000" pitchFamily="2" charset="2"/>
              </a:rPr>
              <a:t>모드로 전환</a:t>
            </a:r>
            <a:r>
              <a:rPr lang="en-US" altLang="ko-KR" b="1" dirty="0">
                <a:sym typeface="Wingdings" panose="05000000000000000000" pitchFamily="2" charset="2"/>
              </a:rPr>
              <a:t>, </a:t>
            </a:r>
            <a:r>
              <a:rPr lang="ko-KR" altLang="en-US" b="1" dirty="0">
                <a:sym typeface="Wingdings" panose="05000000000000000000" pitchFamily="2" charset="2"/>
              </a:rPr>
              <a:t>착륙 시도 </a:t>
            </a:r>
            <a:endParaRPr lang="en-US" altLang="ko-KR" b="1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b="1" dirty="0">
                <a:sym typeface="Wingdings" panose="05000000000000000000" pitchFamily="2" charset="2"/>
              </a:rPr>
              <a:t>착륙 후 </a:t>
            </a:r>
            <a:r>
              <a:rPr lang="en-US" altLang="ko-KR" b="1" dirty="0">
                <a:sym typeface="Wingdings" panose="05000000000000000000" pitchFamily="2" charset="2"/>
              </a:rPr>
              <a:t>GPS/Magnetometer </a:t>
            </a:r>
            <a:r>
              <a:rPr lang="ko-KR" altLang="en-US" b="1" dirty="0">
                <a:sym typeface="Wingdings" panose="05000000000000000000" pitchFamily="2" charset="2"/>
              </a:rPr>
              <a:t>방향</a:t>
            </a:r>
            <a:r>
              <a:rPr lang="en-US" altLang="ko-KR" b="1" dirty="0">
                <a:sym typeface="Wingdings" panose="05000000000000000000" pitchFamily="2" charset="2"/>
              </a:rPr>
              <a:t>, </a:t>
            </a:r>
            <a:r>
              <a:rPr lang="ko-KR" altLang="en-US" b="1" dirty="0">
                <a:sym typeface="Wingdings" panose="05000000000000000000" pitchFamily="2" charset="2"/>
              </a:rPr>
              <a:t>보정 상태 점검</a:t>
            </a:r>
            <a:endParaRPr lang="en-US" altLang="ko-KR" b="1" dirty="0">
              <a:sym typeface="Wingdings" panose="05000000000000000000" pitchFamily="2" charset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775380-A5B4-9CC8-E0C3-8F2F835832AA}"/>
              </a:ext>
            </a:extLst>
          </p:cNvPr>
          <p:cNvSpPr txBox="1"/>
          <p:nvPr/>
        </p:nvSpPr>
        <p:spPr>
          <a:xfrm>
            <a:off x="5049925" y="3154625"/>
            <a:ext cx="57256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b="1" dirty="0"/>
              <a:t>Case 2. </a:t>
            </a:r>
            <a:r>
              <a:rPr lang="ko-KR" altLang="en-US" b="1" dirty="0"/>
              <a:t>기체가 지면</a:t>
            </a:r>
            <a:r>
              <a:rPr lang="en-US" altLang="ko-KR" b="1" dirty="0"/>
              <a:t>/</a:t>
            </a:r>
            <a:r>
              <a:rPr lang="ko-KR" altLang="en-US" b="1" dirty="0"/>
              <a:t>착륙을 감지 못하고</a:t>
            </a:r>
            <a:r>
              <a:rPr lang="en-US" altLang="ko-KR" b="1" dirty="0"/>
              <a:t>, Disarm </a:t>
            </a:r>
            <a:r>
              <a:rPr lang="ko-KR" altLang="en-US" b="1" dirty="0"/>
              <a:t>안될 때 </a:t>
            </a:r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b="1" dirty="0">
                <a:sym typeface="Wingdings" panose="05000000000000000000" pitchFamily="2" charset="2"/>
              </a:rPr>
              <a:t>지면에 닿은 후</a:t>
            </a:r>
            <a:r>
              <a:rPr lang="en-US" altLang="ko-KR" b="1" dirty="0">
                <a:sym typeface="Wingdings" panose="05000000000000000000" pitchFamily="2" charset="2"/>
              </a:rPr>
              <a:t>, Throttle </a:t>
            </a:r>
            <a:r>
              <a:rPr lang="ko-KR" altLang="en-US" b="1" dirty="0">
                <a:sym typeface="Wingdings" panose="05000000000000000000" pitchFamily="2" charset="2"/>
              </a:rPr>
              <a:t>스틱을 낮게 유지 </a:t>
            </a:r>
            <a:r>
              <a:rPr lang="en-US" altLang="ko-KR" b="1" dirty="0">
                <a:sym typeface="Wingdings" panose="05000000000000000000" pitchFamily="2" charset="2"/>
              </a:rPr>
              <a:t>&amp; Stabilized </a:t>
            </a:r>
            <a:r>
              <a:rPr lang="ko-KR" altLang="en-US" b="1" dirty="0">
                <a:sym typeface="Wingdings" panose="05000000000000000000" pitchFamily="2" charset="2"/>
              </a:rPr>
              <a:t>모드로 전환</a:t>
            </a:r>
            <a:r>
              <a:rPr lang="en-US" altLang="ko-KR" b="1" dirty="0">
                <a:sym typeface="Wingdings" panose="05000000000000000000" pitchFamily="2" charset="2"/>
              </a:rPr>
              <a:t>(</a:t>
            </a:r>
            <a:r>
              <a:rPr lang="ko-KR" altLang="en-US" b="1" dirty="0">
                <a:sym typeface="Wingdings" panose="05000000000000000000" pitchFamily="2" charset="2"/>
              </a:rPr>
              <a:t>자동 착륙 감지 비활성화</a:t>
            </a:r>
            <a:r>
              <a:rPr lang="en-US" altLang="ko-KR" b="1" dirty="0">
                <a:sym typeface="Wingdings" panose="05000000000000000000" pitchFamily="2" charset="2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b="1" dirty="0">
                <a:sym typeface="Wingdings" panose="05000000000000000000" pitchFamily="2" charset="2"/>
              </a:rPr>
              <a:t>이후 조종기 스틱 제스처를 통해 수동으로 </a:t>
            </a:r>
            <a:r>
              <a:rPr lang="en-US" altLang="ko-KR" b="1" dirty="0">
                <a:sym typeface="Wingdings" panose="05000000000000000000" pitchFamily="2" charset="2"/>
              </a:rPr>
              <a:t>Disarm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b="1" dirty="0">
              <a:sym typeface="Wingdings" panose="05000000000000000000" pitchFamily="2" charset="2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387D714-86D5-F21A-CBD6-05FCC026E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981" y="1687879"/>
            <a:ext cx="3619756" cy="493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306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88D9BC-2FB9-E35F-EB05-7CED4D60C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ko-KR" b="1" dirty="0"/>
              <a:t>Position Slow Mode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61ACBC-E2AA-4674-50F0-22DC6CA95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735" y="1253331"/>
            <a:ext cx="10515600" cy="4351338"/>
          </a:xfrm>
        </p:spPr>
        <p:txBody>
          <a:bodyPr/>
          <a:lstStyle/>
          <a:p>
            <a:r>
              <a:rPr lang="en-US" altLang="ko-KR" b="1" dirty="0"/>
              <a:t>Position Mode</a:t>
            </a:r>
            <a:r>
              <a:rPr lang="ko-KR" altLang="en-US" b="1" dirty="0"/>
              <a:t>의 수평 이동</a:t>
            </a:r>
            <a:r>
              <a:rPr lang="en-US" altLang="ko-KR" b="1" dirty="0"/>
              <a:t>/</a:t>
            </a:r>
            <a:r>
              <a:rPr lang="ko-KR" altLang="en-US" b="1" dirty="0"/>
              <a:t>회전 속도가 제한된 버전</a:t>
            </a:r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b="1" dirty="0"/>
              <a:t> 언제 주로 사용하는가</a:t>
            </a:r>
            <a:r>
              <a:rPr lang="en-US" altLang="ko-KR" b="1" dirty="0"/>
              <a:t>?</a:t>
            </a:r>
          </a:p>
          <a:p>
            <a:pPr lvl="1"/>
            <a:r>
              <a:rPr lang="ko-KR" altLang="en-US" b="1" dirty="0"/>
              <a:t>장애물 근처를 비행하는 경우 </a:t>
            </a:r>
            <a:r>
              <a:rPr lang="en-US" altLang="ko-KR" b="1" dirty="0"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ym typeface="Wingdings" panose="05000000000000000000" pitchFamily="2" charset="2"/>
              </a:rPr>
              <a:t>정밀 조종을 위해 속도 낮춤</a:t>
            </a:r>
            <a:endParaRPr lang="en-US" altLang="ko-KR" b="1" dirty="0"/>
          </a:p>
          <a:p>
            <a:pPr lvl="1"/>
            <a:r>
              <a:rPr lang="ko-KR" altLang="en-US" b="1" dirty="0"/>
              <a:t>안전 규정을 준수해야 하는 경우</a:t>
            </a:r>
            <a:r>
              <a:rPr lang="en-US" altLang="ko-KR" b="1" dirty="0"/>
              <a:t>  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1593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FA57D-4EB5-A0D6-835C-5BF2AE590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BF2A05-37AF-C692-CBA1-7B73CB7E5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ko-KR" b="1" dirty="0"/>
              <a:t>Position Slow Mode – Detail 1</a:t>
            </a:r>
            <a:endParaRPr lang="ko-KR" altLang="en-US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F1C8AE1-E96B-06E5-DFF7-1F7351D95510}"/>
              </a:ext>
            </a:extLst>
          </p:cNvPr>
          <p:cNvSpPr/>
          <p:nvPr/>
        </p:nvSpPr>
        <p:spPr>
          <a:xfrm>
            <a:off x="200137" y="1089024"/>
            <a:ext cx="5801499" cy="55848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3FB622-0B46-1F36-1C0E-11C0ED412505}"/>
              </a:ext>
            </a:extLst>
          </p:cNvPr>
          <p:cNvSpPr txBox="1"/>
          <p:nvPr/>
        </p:nvSpPr>
        <p:spPr>
          <a:xfrm>
            <a:off x="322963" y="1203827"/>
            <a:ext cx="404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/>
              <a:t>Parameter</a:t>
            </a:r>
            <a:r>
              <a:rPr lang="ko-KR" altLang="en-US" b="1" dirty="0"/>
              <a:t>를 통한 속도 제한 설정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250DFD-E380-6687-65BA-944B52348161}"/>
              </a:ext>
            </a:extLst>
          </p:cNvPr>
          <p:cNvSpPr txBox="1"/>
          <p:nvPr/>
        </p:nvSpPr>
        <p:spPr>
          <a:xfrm>
            <a:off x="322963" y="1573159"/>
            <a:ext cx="5544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RC</a:t>
            </a:r>
            <a:r>
              <a:rPr lang="ko-KR" altLang="en-US" b="1" dirty="0"/>
              <a:t> 조종기나 </a:t>
            </a:r>
            <a:r>
              <a:rPr lang="en-US" altLang="ko-KR" b="1" dirty="0" err="1"/>
              <a:t>MAVLink</a:t>
            </a:r>
            <a:r>
              <a:rPr lang="ko-KR" altLang="en-US" b="1" dirty="0"/>
              <a:t>를 통해 속도 제한이 주어지지 않을 경우 아래의 매개변수 값을 사용 </a:t>
            </a:r>
            <a:endParaRPr lang="en-US" altLang="ko-KR" b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C764BE9-BE2B-4E28-5E73-360AC3E5B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32" y="2219490"/>
            <a:ext cx="4795968" cy="401848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E4CF68-5992-3BEE-0DF0-59EB99EF6978}"/>
              </a:ext>
            </a:extLst>
          </p:cNvPr>
          <p:cNvSpPr/>
          <p:nvPr/>
        </p:nvSpPr>
        <p:spPr>
          <a:xfrm>
            <a:off x="6096001" y="1089024"/>
            <a:ext cx="6074494" cy="55848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61FC96-06A9-CFF6-C178-B85E74F01D67}"/>
              </a:ext>
            </a:extLst>
          </p:cNvPr>
          <p:cNvSpPr txBox="1"/>
          <p:nvPr/>
        </p:nvSpPr>
        <p:spPr>
          <a:xfrm>
            <a:off x="6305605" y="1203827"/>
            <a:ext cx="404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/>
              <a:t>RC</a:t>
            </a:r>
            <a:r>
              <a:rPr lang="ko-KR" altLang="en-US" b="1" dirty="0"/>
              <a:t> 조종기를 통한 속도 제한 설정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5A5A9B-2F15-F15E-1B18-4A20872585CD}"/>
              </a:ext>
            </a:extLst>
          </p:cNvPr>
          <p:cNvSpPr txBox="1"/>
          <p:nvPr/>
        </p:nvSpPr>
        <p:spPr>
          <a:xfrm>
            <a:off x="6182779" y="1774166"/>
            <a:ext cx="5987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RC </a:t>
            </a:r>
            <a:r>
              <a:rPr lang="ko-KR" altLang="en-US" b="1" dirty="0"/>
              <a:t>조종기 입력은 </a:t>
            </a:r>
            <a:r>
              <a:rPr lang="en-US" altLang="ko-KR" b="1" dirty="0" err="1"/>
              <a:t>MAVLink</a:t>
            </a:r>
            <a:r>
              <a:rPr lang="en-US" altLang="ko-KR" b="1" dirty="0"/>
              <a:t>, </a:t>
            </a:r>
            <a:r>
              <a:rPr lang="ko-KR" altLang="en-US" b="1" dirty="0"/>
              <a:t>고정 매개변수보다 우선</a:t>
            </a:r>
            <a:endParaRPr lang="en-US" altLang="ko-KR" b="1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A0AAC65-B78B-BDAB-7E1E-251211B14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614" y="2258301"/>
            <a:ext cx="4256996" cy="257325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E9FD837-0144-9628-E418-CD3CFA8A88AF}"/>
              </a:ext>
            </a:extLst>
          </p:cNvPr>
          <p:cNvSpPr txBox="1"/>
          <p:nvPr/>
        </p:nvSpPr>
        <p:spPr>
          <a:xfrm>
            <a:off x="6305605" y="5551252"/>
            <a:ext cx="59877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1400" b="1" dirty="0"/>
              <a:t>추가 </a:t>
            </a:r>
            <a:r>
              <a:rPr lang="en-US" altLang="ko-KR" sz="1400" b="1" dirty="0"/>
              <a:t>RC </a:t>
            </a:r>
            <a:r>
              <a:rPr lang="ko-KR" altLang="en-US" sz="1400" b="1" dirty="0"/>
              <a:t>채널이 있는지 확인 </a:t>
            </a:r>
            <a:endParaRPr lang="en-US" altLang="ko-KR" sz="1400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400" b="1" dirty="0"/>
              <a:t>AUX </a:t>
            </a:r>
            <a:r>
              <a:rPr lang="ko-KR" altLang="en-US" sz="1400" b="1" dirty="0"/>
              <a:t>채널 매핑</a:t>
            </a:r>
            <a:r>
              <a:rPr lang="en-US" altLang="ko-KR" sz="1400" b="1" dirty="0"/>
              <a:t>(</a:t>
            </a:r>
            <a:r>
              <a:rPr lang="en-US" altLang="ko-KR" sz="1400" b="1" dirty="0" err="1"/>
              <a:t>RC_MAP_AUXn</a:t>
            </a:r>
            <a:r>
              <a:rPr lang="en-US" altLang="ko-KR" sz="1400" dirty="0"/>
              <a:t>), ** AUX </a:t>
            </a:r>
            <a:r>
              <a:rPr lang="ko-KR" altLang="en-US" sz="1400" dirty="0"/>
              <a:t>채널</a:t>
            </a:r>
            <a:r>
              <a:rPr lang="en-US" altLang="ko-KR" sz="1400" dirty="0"/>
              <a:t>: </a:t>
            </a:r>
            <a:r>
              <a:rPr lang="ko-KR" altLang="en-US" sz="1400" dirty="0"/>
              <a:t>보조 채널</a:t>
            </a:r>
            <a:endParaRPr lang="en-US" altLang="ko-KR" sz="14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400" b="1" dirty="0"/>
              <a:t>속도 제어 매핑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원하는 축의 </a:t>
            </a:r>
            <a:r>
              <a:rPr lang="en-US" altLang="ko-KR" sz="1400" b="1" dirty="0"/>
              <a:t>MC_SLOW_MAP_ </a:t>
            </a:r>
            <a:r>
              <a:rPr lang="ko-KR" altLang="en-US" sz="1400" b="1" dirty="0"/>
              <a:t>매개변수에 매핑</a:t>
            </a:r>
            <a:r>
              <a:rPr lang="en-US" altLang="ko-KR" sz="1400" b="1" dirty="0"/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1A8F3D-7B59-4CC6-11FD-3A76090F1D84}"/>
              </a:ext>
            </a:extLst>
          </p:cNvPr>
          <p:cNvSpPr txBox="1"/>
          <p:nvPr/>
        </p:nvSpPr>
        <p:spPr>
          <a:xfrm>
            <a:off x="6305605" y="5105000"/>
            <a:ext cx="404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/>
              <a:t>설정 방법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59AD72-24B4-6022-9037-3B74B0F26D70}"/>
              </a:ext>
            </a:extLst>
          </p:cNvPr>
          <p:cNvSpPr txBox="1"/>
          <p:nvPr/>
        </p:nvSpPr>
        <p:spPr>
          <a:xfrm>
            <a:off x="322963" y="6289916"/>
            <a:ext cx="5544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* </a:t>
            </a:r>
            <a:r>
              <a:rPr lang="ko-KR" altLang="en-US" sz="1400" b="1" dirty="0"/>
              <a:t>기입된 값은 초기 설정 값 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117416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7250A-777A-2F9A-6284-CA05207A9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3E7F6B-89D7-0E5C-48F0-386CD874B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ko-KR" b="1" dirty="0"/>
              <a:t>Position Slow Mode – Detail 2</a:t>
            </a:r>
            <a:endParaRPr lang="ko-KR" altLang="en-US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EA3C0F7-4AD9-7B6F-ED53-4598A2E74707}"/>
              </a:ext>
            </a:extLst>
          </p:cNvPr>
          <p:cNvSpPr/>
          <p:nvPr/>
        </p:nvSpPr>
        <p:spPr>
          <a:xfrm>
            <a:off x="200137" y="1089024"/>
            <a:ext cx="9781351" cy="55848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625549-551C-4B1C-17DD-42C948A91EC2}"/>
              </a:ext>
            </a:extLst>
          </p:cNvPr>
          <p:cNvSpPr txBox="1"/>
          <p:nvPr/>
        </p:nvSpPr>
        <p:spPr>
          <a:xfrm>
            <a:off x="322963" y="1203827"/>
            <a:ext cx="404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err="1"/>
              <a:t>MAVLikn</a:t>
            </a:r>
            <a:r>
              <a:rPr lang="ko-KR" altLang="en-US" b="1" dirty="0"/>
              <a:t>를 통한 속도 제한 설정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959C0C-E2FF-3077-ED31-0B2876571DAD}"/>
              </a:ext>
            </a:extLst>
          </p:cNvPr>
          <p:cNvSpPr txBox="1"/>
          <p:nvPr/>
        </p:nvSpPr>
        <p:spPr>
          <a:xfrm>
            <a:off x="322962" y="1699086"/>
            <a:ext cx="95047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b="1" dirty="0"/>
              <a:t>“SET_VELOCITY_LIMITS” </a:t>
            </a:r>
            <a:r>
              <a:rPr lang="ko-KR" altLang="en-US" b="1" dirty="0"/>
              <a:t>를 사용하여 설정</a:t>
            </a:r>
            <a:endParaRPr lang="en-US" altLang="ko-KR" b="1" dirty="0"/>
          </a:p>
          <a:p>
            <a:pPr marL="285750" indent="-285750">
              <a:buFontTx/>
              <a:buChar char="-"/>
            </a:pPr>
            <a:r>
              <a:rPr lang="en-US" altLang="ko-KR" b="1" dirty="0" err="1"/>
              <a:t>MAVLink</a:t>
            </a:r>
            <a:r>
              <a:rPr lang="ko-KR" altLang="en-US" b="1" dirty="0"/>
              <a:t>를 통해 설정된 제한 값은 매개변수에 설정된 고정 값을 덮어씀</a:t>
            </a:r>
            <a:endParaRPr lang="en-US" altLang="ko-KR" b="1" dirty="0"/>
          </a:p>
          <a:p>
            <a:r>
              <a:rPr lang="en-US" altLang="ko-KR" b="1" dirty="0"/>
              <a:t>** </a:t>
            </a:r>
            <a:r>
              <a:rPr lang="ko-KR" altLang="en-US" b="1" dirty="0"/>
              <a:t>예외</a:t>
            </a:r>
            <a:r>
              <a:rPr lang="en-US" altLang="ko-KR" b="1" dirty="0"/>
              <a:t>: RC </a:t>
            </a:r>
            <a:r>
              <a:rPr lang="ko-KR" altLang="en-US" b="1" dirty="0"/>
              <a:t>조종기의 </a:t>
            </a:r>
            <a:r>
              <a:rPr lang="ko-KR" altLang="en-US" b="1" dirty="0" err="1"/>
              <a:t>노브</a:t>
            </a:r>
            <a:r>
              <a:rPr lang="en-US" altLang="ko-KR" b="1" dirty="0"/>
              <a:t>/</a:t>
            </a:r>
            <a:r>
              <a:rPr lang="ko-KR" altLang="en-US" b="1" dirty="0"/>
              <a:t>슬라이더에 </a:t>
            </a:r>
            <a:r>
              <a:rPr lang="ko-KR" altLang="en-US" b="1" dirty="0" err="1"/>
              <a:t>매핑되어</a:t>
            </a:r>
            <a:r>
              <a:rPr lang="ko-KR" altLang="en-US" b="1" dirty="0"/>
              <a:t> 있으면 무시됨</a:t>
            </a:r>
            <a:r>
              <a:rPr lang="en-US" altLang="ko-KR" b="1" dirty="0"/>
              <a:t>.</a:t>
            </a:r>
            <a:r>
              <a:rPr lang="ko-KR" altLang="en-US" b="1" dirty="0"/>
              <a:t>  </a:t>
            </a:r>
            <a:endParaRPr lang="en-US" altLang="ko-KR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6089C0-DD74-3787-658C-D63108C5F028}"/>
              </a:ext>
            </a:extLst>
          </p:cNvPr>
          <p:cNvSpPr txBox="1"/>
          <p:nvPr/>
        </p:nvSpPr>
        <p:spPr>
          <a:xfrm>
            <a:off x="322963" y="3290412"/>
            <a:ext cx="404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/>
              <a:t>Warning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3C7DF3-EA24-2648-4F9F-3326389BD6BE}"/>
              </a:ext>
            </a:extLst>
          </p:cNvPr>
          <p:cNvSpPr txBox="1"/>
          <p:nvPr/>
        </p:nvSpPr>
        <p:spPr>
          <a:xfrm>
            <a:off x="322962" y="3785671"/>
            <a:ext cx="95047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b="1" dirty="0"/>
              <a:t>PX4</a:t>
            </a:r>
            <a:r>
              <a:rPr lang="ko-KR" altLang="en-US" b="1" dirty="0"/>
              <a:t>는 속도 제한 </a:t>
            </a:r>
            <a:r>
              <a:rPr lang="ko-KR" altLang="en-US" b="1" dirty="0" err="1"/>
              <a:t>텔레메트리를</a:t>
            </a:r>
            <a:r>
              <a:rPr lang="ko-KR" altLang="en-US" b="1" dirty="0"/>
              <a:t> 제공하지 않음 </a:t>
            </a:r>
            <a:endParaRPr lang="en-US" altLang="ko-KR" b="1" dirty="0"/>
          </a:p>
          <a:p>
            <a:pPr marL="285750" indent="-285750">
              <a:buFontTx/>
              <a:buChar char="-"/>
            </a:pPr>
            <a:r>
              <a:rPr lang="ko-KR" altLang="en-US" b="1" dirty="0"/>
              <a:t>즉</a:t>
            </a:r>
            <a:r>
              <a:rPr lang="en-US" altLang="ko-KR" b="1" dirty="0"/>
              <a:t>, FC</a:t>
            </a:r>
            <a:r>
              <a:rPr lang="ko-KR" altLang="en-US" b="1" dirty="0"/>
              <a:t>는 현재 설정된 속도 제한 값을 </a:t>
            </a:r>
            <a:r>
              <a:rPr lang="en-US" altLang="ko-KR" b="1" dirty="0"/>
              <a:t>Ground station</a:t>
            </a:r>
            <a:r>
              <a:rPr lang="ko-KR" altLang="en-US" b="1" dirty="0"/>
              <a:t>으로 스트리밍하여 보내주지 않음</a:t>
            </a:r>
            <a:endParaRPr lang="en-US" altLang="ko-KR" b="1"/>
          </a:p>
          <a:p>
            <a:pPr marL="285750" indent="-285750">
              <a:buFontTx/>
              <a:buChar char="-"/>
            </a:pPr>
            <a:endParaRPr lang="en-US" altLang="ko-KR" b="1" dirty="0"/>
          </a:p>
          <a:p>
            <a:r>
              <a:rPr lang="en-US" altLang="ko-KR" b="1" dirty="0">
                <a:sym typeface="Wingdings" panose="05000000000000000000" pitchFamily="2" charset="2"/>
              </a:rPr>
              <a:t> </a:t>
            </a:r>
            <a:r>
              <a:rPr lang="ko-KR" altLang="en-US" b="1" dirty="0">
                <a:sym typeface="Wingdings" panose="05000000000000000000" pitchFamily="2" charset="2"/>
              </a:rPr>
              <a:t>쉽게 말해</a:t>
            </a:r>
            <a:r>
              <a:rPr lang="en-US" altLang="ko-KR" b="1" dirty="0">
                <a:sym typeface="Wingdings" panose="05000000000000000000" pitchFamily="2" charset="2"/>
              </a:rPr>
              <a:t>, </a:t>
            </a:r>
            <a:r>
              <a:rPr lang="ko-KR" altLang="en-US" b="1" dirty="0">
                <a:sym typeface="Wingdings" panose="05000000000000000000" pitchFamily="2" charset="2"/>
              </a:rPr>
              <a:t>외부에서 속도 제한을 설정했어도</a:t>
            </a:r>
            <a:r>
              <a:rPr lang="en-US" altLang="ko-KR" b="1" dirty="0">
                <a:sym typeface="Wingdings" panose="05000000000000000000" pitchFamily="2" charset="2"/>
              </a:rPr>
              <a:t>, </a:t>
            </a:r>
            <a:r>
              <a:rPr lang="ko-KR" altLang="en-US" b="1" dirty="0">
                <a:sym typeface="Wingdings" panose="05000000000000000000" pitchFamily="2" charset="2"/>
              </a:rPr>
              <a:t>해당 설정 값이 </a:t>
            </a:r>
            <a:r>
              <a:rPr lang="en-US" altLang="ko-KR" b="1" dirty="0">
                <a:sym typeface="Wingdings" panose="05000000000000000000" pitchFamily="2" charset="2"/>
              </a:rPr>
              <a:t>FC </a:t>
            </a:r>
            <a:r>
              <a:rPr lang="ko-KR" altLang="en-US" b="1" dirty="0">
                <a:sym typeface="Wingdings" panose="05000000000000000000" pitchFamily="2" charset="2"/>
              </a:rPr>
              <a:t>내부에 잘 반영되었는 지를 </a:t>
            </a:r>
            <a:r>
              <a:rPr lang="ko-KR" altLang="en-US" b="1" dirty="0" err="1">
                <a:sym typeface="Wingdings" panose="05000000000000000000" pitchFamily="2" charset="2"/>
              </a:rPr>
              <a:t>텔레메트리</a:t>
            </a:r>
            <a:r>
              <a:rPr lang="ko-KR" altLang="en-US" b="1" dirty="0">
                <a:sym typeface="Wingdings" panose="05000000000000000000" pitchFamily="2" charset="2"/>
              </a:rPr>
              <a:t> 데이터로 확인이 불가하다는 말</a:t>
            </a:r>
            <a:r>
              <a:rPr lang="en-US" altLang="ko-KR" b="1" dirty="0">
                <a:sym typeface="Wingdings" panose="05000000000000000000" pitchFamily="2" charset="2"/>
              </a:rPr>
              <a:t>.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688497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37388-AEA3-C8CB-79CF-608C794DA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187CCE-263E-122B-4D3D-96D0E8573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ko-KR" b="1" dirty="0"/>
              <a:t>Altitude Mode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3EA186-2929-73B2-7B63-668DA2557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735" y="1253330"/>
            <a:ext cx="9773093" cy="5381386"/>
          </a:xfrm>
        </p:spPr>
        <p:txBody>
          <a:bodyPr>
            <a:normAutofit/>
          </a:bodyPr>
          <a:lstStyle/>
          <a:p>
            <a:r>
              <a:rPr lang="en-US" altLang="ko-KR" b="1" dirty="0"/>
              <a:t>GPS </a:t>
            </a:r>
            <a:r>
              <a:rPr lang="ko-KR" altLang="en-US" b="1" dirty="0"/>
              <a:t>미사용 모드 중 가장 쉽고 안전 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b="1" dirty="0"/>
              <a:t>포지션 모드와의 차이점</a:t>
            </a:r>
            <a:endParaRPr lang="en-US" altLang="ko-KR" b="1" dirty="0"/>
          </a:p>
          <a:p>
            <a:pPr lvl="1"/>
            <a:r>
              <a:rPr lang="ko-KR" altLang="en-US" b="1" dirty="0"/>
              <a:t>스틱을 놓았을 때</a:t>
            </a:r>
            <a:r>
              <a:rPr lang="en-US" altLang="ko-KR" b="1" dirty="0"/>
              <a:t>, </a:t>
            </a:r>
            <a:r>
              <a:rPr lang="ko-KR" altLang="en-US" b="1" dirty="0"/>
              <a:t>기체가 수평을 잡고 고도를 유지하지만</a:t>
            </a:r>
            <a:r>
              <a:rPr lang="en-US" altLang="ko-KR" b="1" dirty="0"/>
              <a:t>,       </a:t>
            </a:r>
            <a:r>
              <a:rPr lang="ko-KR" altLang="en-US" b="1" dirty="0"/>
              <a:t>수평 위치에 대한 제동 </a:t>
            </a:r>
            <a:r>
              <a:rPr lang="en-US" altLang="ko-KR" b="1" dirty="0"/>
              <a:t>&amp; </a:t>
            </a:r>
            <a:r>
              <a:rPr lang="ko-KR" altLang="en-US" b="1" dirty="0"/>
              <a:t>고정은 없음 </a:t>
            </a:r>
            <a:endParaRPr lang="en-US" altLang="ko-KR" b="1" dirty="0"/>
          </a:p>
          <a:p>
            <a:pPr lvl="1"/>
            <a:endParaRPr lang="en-US" altLang="ko-KR" b="1" dirty="0"/>
          </a:p>
          <a:p>
            <a:pPr lvl="1"/>
            <a:r>
              <a:rPr lang="ko-KR" altLang="en-US" b="1" dirty="0"/>
              <a:t>즉</a:t>
            </a:r>
            <a:r>
              <a:rPr lang="en-US" altLang="ko-KR" b="1" dirty="0"/>
              <a:t>, </a:t>
            </a:r>
            <a:r>
              <a:rPr lang="ko-KR" altLang="en-US" b="1" dirty="0"/>
              <a:t>바람에 표류함</a:t>
            </a:r>
            <a:endParaRPr lang="en-US" altLang="ko-KR" b="1" dirty="0"/>
          </a:p>
          <a:p>
            <a:endParaRPr lang="en-US" altLang="ko-KR" dirty="0"/>
          </a:p>
          <a:p>
            <a:r>
              <a:rPr lang="ko-KR" altLang="en-US" b="1" dirty="0"/>
              <a:t>언제 주로 사용하는가</a:t>
            </a:r>
            <a:r>
              <a:rPr lang="en-US" altLang="ko-KR" b="1" dirty="0"/>
              <a:t>? </a:t>
            </a:r>
          </a:p>
          <a:p>
            <a:pPr lvl="1"/>
            <a:r>
              <a:rPr lang="en-US" altLang="ko-KR" b="1" dirty="0"/>
              <a:t>GPS</a:t>
            </a:r>
            <a:r>
              <a:rPr lang="ko-KR" altLang="en-US" b="1" dirty="0"/>
              <a:t> 신호가 없는 실내에서 고도를 안정적으로 유지하고자 할 때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7375D8A-52DA-FBEE-757C-6AB5507D4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9036" y="1147043"/>
            <a:ext cx="2623229" cy="335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3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68E4A-95C3-FB39-82F6-8CC400ACF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4CFBE-D942-8A98-6BCD-8ED28C240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ko-KR" b="1" dirty="0"/>
              <a:t>Altitude Mode – Detail</a:t>
            </a:r>
            <a:endParaRPr lang="ko-KR" altLang="en-US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09324E2-1924-7E9F-6A7E-CB12E17F935A}"/>
              </a:ext>
            </a:extLst>
          </p:cNvPr>
          <p:cNvSpPr/>
          <p:nvPr/>
        </p:nvSpPr>
        <p:spPr>
          <a:xfrm>
            <a:off x="200137" y="1089023"/>
            <a:ext cx="6727713" cy="54331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40AE94-7E1A-B790-C4E7-7EC853839FAC}"/>
              </a:ext>
            </a:extLst>
          </p:cNvPr>
          <p:cNvSpPr txBox="1"/>
          <p:nvPr/>
        </p:nvSpPr>
        <p:spPr>
          <a:xfrm>
            <a:off x="322963" y="1203827"/>
            <a:ext cx="404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/>
              <a:t>관련 </a:t>
            </a:r>
            <a:r>
              <a:rPr lang="en-US" altLang="ko-KR" b="1" dirty="0"/>
              <a:t>Parameter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89A482-2DED-F829-6AF5-B67FD1635D04}"/>
              </a:ext>
            </a:extLst>
          </p:cNvPr>
          <p:cNvSpPr txBox="1"/>
          <p:nvPr/>
        </p:nvSpPr>
        <p:spPr>
          <a:xfrm>
            <a:off x="322963" y="4718715"/>
            <a:ext cx="5544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* </a:t>
            </a:r>
            <a:r>
              <a:rPr lang="ko-KR" altLang="en-US" sz="1400" b="1" dirty="0"/>
              <a:t>기입된 값은 초기 설정 값 </a:t>
            </a:r>
            <a:endParaRPr lang="en-US" altLang="ko-KR" sz="14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881FA0-9B23-D07D-F70E-4F24B299F1FA}"/>
              </a:ext>
            </a:extLst>
          </p:cNvPr>
          <p:cNvSpPr txBox="1"/>
          <p:nvPr/>
        </p:nvSpPr>
        <p:spPr>
          <a:xfrm>
            <a:off x="322963" y="5097030"/>
            <a:ext cx="5544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Technical Summary</a:t>
            </a:r>
            <a:r>
              <a:rPr lang="ko-KR" altLang="en-US" sz="1400" b="1" dirty="0"/>
              <a:t>는 </a:t>
            </a:r>
            <a:r>
              <a:rPr lang="en-US" altLang="ko-KR" sz="1400" b="1" dirty="0"/>
              <a:t>Position Mode</a:t>
            </a:r>
            <a:r>
              <a:rPr lang="ko-KR" altLang="en-US" sz="1400" b="1" dirty="0"/>
              <a:t>와 중복되는 느낌</a:t>
            </a:r>
            <a:endParaRPr lang="en-US" altLang="ko-K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+ </a:t>
            </a:r>
            <a:r>
              <a:rPr lang="ko-KR" altLang="en-US" sz="1400" b="1" dirty="0"/>
              <a:t>직접 조작하면서 익히는 게 </a:t>
            </a:r>
            <a:r>
              <a:rPr lang="ko-KR" altLang="en-US" sz="1400" b="1" dirty="0" err="1"/>
              <a:t>좋아보여서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생략</a:t>
            </a:r>
            <a:r>
              <a:rPr lang="en-US" altLang="ko-KR" sz="1400" b="1" dirty="0"/>
              <a:t>.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03827E19-A73D-9D87-01DC-982D5796A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69" y="1573159"/>
            <a:ext cx="6173061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098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B0227-80D7-47D3-08BE-2CA6EA06C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98F7FB-6C82-4DA6-A6F2-619A7A478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ko-KR" b="1" dirty="0"/>
              <a:t>Stabilized Mode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194664-4FB4-6D06-D73F-F6D04FB89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735" y="1253330"/>
            <a:ext cx="9773093" cy="5381386"/>
          </a:xfrm>
        </p:spPr>
        <p:txBody>
          <a:bodyPr>
            <a:normAutofit/>
          </a:bodyPr>
          <a:lstStyle/>
          <a:p>
            <a:r>
              <a:rPr lang="ko-KR" altLang="en-US" b="1" dirty="0"/>
              <a:t>스틱을 놓으면</a:t>
            </a:r>
            <a:r>
              <a:rPr lang="en-US" altLang="ko-KR" b="1" dirty="0"/>
              <a:t>, </a:t>
            </a:r>
            <a:r>
              <a:rPr lang="ko-KR" altLang="en-US" b="1" dirty="0"/>
              <a:t>수평 자세 유지</a:t>
            </a:r>
            <a:r>
              <a:rPr lang="en-US" altLang="ko-KR" b="1" dirty="0"/>
              <a:t>, </a:t>
            </a:r>
            <a:r>
              <a:rPr lang="ko-KR" altLang="en-US" b="1" dirty="0"/>
              <a:t>고도나 위치는 유지 </a:t>
            </a:r>
            <a:r>
              <a:rPr lang="en-US" altLang="ko-KR" b="1" dirty="0"/>
              <a:t>X </a:t>
            </a:r>
          </a:p>
          <a:p>
            <a:r>
              <a:rPr lang="ko-KR" altLang="en-US" b="1" dirty="0"/>
              <a:t>고도</a:t>
            </a:r>
            <a:r>
              <a:rPr lang="en-US" altLang="ko-KR" b="1" dirty="0"/>
              <a:t>, </a:t>
            </a:r>
            <a:r>
              <a:rPr lang="ko-KR" altLang="en-US" b="1" dirty="0"/>
              <a:t>수평 위치 모두 바람의 영향 받음 </a:t>
            </a:r>
            <a:endParaRPr lang="en-US" altLang="ko-KR" b="1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/>
              <a:t>언제 주로 사용하는가</a:t>
            </a:r>
            <a:r>
              <a:rPr lang="en-US" altLang="ko-KR" b="1" dirty="0"/>
              <a:t>? </a:t>
            </a:r>
          </a:p>
          <a:p>
            <a:pPr lvl="1"/>
            <a:r>
              <a:rPr lang="ko-KR" altLang="en-US" b="1" dirty="0"/>
              <a:t>지상 관제소에서 수동 모드가 선택되었을 때 사용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F5911EE-E1F7-8A6B-188E-8F5C1312A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7328" y="1806706"/>
            <a:ext cx="3921137" cy="24086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9B755A-CA4D-AA4C-0315-A2196AD1E1A9}"/>
              </a:ext>
            </a:extLst>
          </p:cNvPr>
          <p:cNvSpPr txBox="1"/>
          <p:nvPr/>
        </p:nvSpPr>
        <p:spPr>
          <a:xfrm>
            <a:off x="359735" y="4394937"/>
            <a:ext cx="77440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*** </a:t>
            </a:r>
            <a:r>
              <a:rPr lang="ko-KR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스틱이 중앙에 있을 때 </a:t>
            </a: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***</a:t>
            </a:r>
          </a:p>
          <a:p>
            <a:r>
              <a:rPr lang="en-US" altLang="ko-KR" b="1" dirty="0">
                <a:solidFill>
                  <a:srgbClr val="FF0000"/>
                </a:solidFill>
              </a:rPr>
              <a:t>Position Mode </a:t>
            </a: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ko-KR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 고도 </a:t>
            </a: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&amp; </a:t>
            </a:r>
            <a:r>
              <a:rPr lang="ko-KR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지상 위치</a:t>
            </a: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모두 안정화 </a:t>
            </a:r>
            <a:endParaRPr lang="en-US" altLang="ko-KR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Altitude Mode  </a:t>
            </a:r>
            <a:r>
              <a:rPr lang="ko-KR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고도 안정화  </a:t>
            </a:r>
            <a:endParaRPr lang="en-US" altLang="ko-KR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Stabilized Mode  </a:t>
            </a:r>
            <a:r>
              <a:rPr lang="ko-KR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수평 안정화 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864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344DE-1EF1-8BF3-0809-F085F6189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71EDC5-C0BC-AB5F-4C04-21AE3B8C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ko-KR" b="1" dirty="0"/>
              <a:t>Stabilized Mode – Detail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D98DEB-A0BF-69F9-2E75-4198B707DEBF}"/>
              </a:ext>
            </a:extLst>
          </p:cNvPr>
          <p:cNvSpPr txBox="1"/>
          <p:nvPr/>
        </p:nvSpPr>
        <p:spPr>
          <a:xfrm>
            <a:off x="322963" y="1203827"/>
            <a:ext cx="404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/>
              <a:t>관련 </a:t>
            </a:r>
            <a:r>
              <a:rPr lang="en-US" altLang="ko-KR" b="1" dirty="0"/>
              <a:t>Parameter</a:t>
            </a:r>
            <a:endParaRPr lang="ko-KR" altLang="en-US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4478F54-4E96-92DC-E388-ADE6D0C9A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13" y="1828017"/>
            <a:ext cx="10186287" cy="2880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755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5DD3A-01DE-33A5-B474-39913DE15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82489D-5010-078B-9FCE-2CBB6F0AC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ko-KR" b="1" dirty="0"/>
              <a:t>Altitude</a:t>
            </a:r>
            <a:r>
              <a:rPr lang="ko-KR" altLang="en-US" b="1" dirty="0"/>
              <a:t> </a:t>
            </a:r>
            <a:r>
              <a:rPr lang="en-US" altLang="ko-KR" b="1" dirty="0"/>
              <a:t>Cruise Mode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3D9BAC-BF08-79ED-7CFB-C0F4AAE88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735" y="1253330"/>
            <a:ext cx="9773093" cy="5381386"/>
          </a:xfrm>
        </p:spPr>
        <p:txBody>
          <a:bodyPr>
            <a:normAutofit/>
          </a:bodyPr>
          <a:lstStyle/>
          <a:p>
            <a:r>
              <a:rPr lang="en-US" altLang="ko-KR" b="1" dirty="0"/>
              <a:t>Altitude</a:t>
            </a:r>
            <a:r>
              <a:rPr lang="ko-KR" altLang="en-US" b="1" dirty="0"/>
              <a:t> 모드와 비슷함 </a:t>
            </a:r>
            <a:endParaRPr lang="en-US" altLang="ko-KR" b="1" dirty="0"/>
          </a:p>
          <a:p>
            <a:r>
              <a:rPr lang="ko-KR" altLang="en-US" b="1" dirty="0"/>
              <a:t>차이점</a:t>
            </a:r>
            <a:endParaRPr lang="en-US" altLang="ko-KR" b="1" dirty="0"/>
          </a:p>
          <a:p>
            <a:pPr lvl="1"/>
            <a:r>
              <a:rPr lang="en-US" altLang="ko-KR" b="1" dirty="0"/>
              <a:t>Roll, Pitch </a:t>
            </a:r>
            <a:r>
              <a:rPr lang="ko-KR" altLang="en-US" b="1" dirty="0"/>
              <a:t>스틱을 놓았을 때</a:t>
            </a:r>
            <a:r>
              <a:rPr lang="en-US" altLang="ko-KR" b="1" dirty="0"/>
              <a:t>, </a:t>
            </a:r>
            <a:r>
              <a:rPr lang="ko-KR" altLang="en-US" b="1" dirty="0"/>
              <a:t>기체가 수평을 잡지 않고</a:t>
            </a:r>
            <a:r>
              <a:rPr lang="en-US" altLang="ko-KR" b="1" dirty="0"/>
              <a:t>,          </a:t>
            </a:r>
            <a:r>
              <a:rPr lang="ko-KR" altLang="en-US" b="1" dirty="0"/>
              <a:t>추가적 입력 전까지 기울임</a:t>
            </a:r>
            <a:r>
              <a:rPr lang="en-US" altLang="ko-KR" b="1" dirty="0"/>
              <a:t>(tilt)</a:t>
            </a:r>
            <a:r>
              <a:rPr lang="ko-KR" altLang="en-US" b="1" dirty="0"/>
              <a:t> 유지</a:t>
            </a:r>
            <a:endParaRPr lang="en-US" altLang="ko-KR" b="1" dirty="0"/>
          </a:p>
          <a:p>
            <a:pPr lvl="1"/>
            <a:r>
              <a:rPr lang="ko-KR" altLang="en-US" b="1" dirty="0"/>
              <a:t>수동 조종 </a:t>
            </a:r>
            <a:r>
              <a:rPr lang="en-US" altLang="ko-KR" b="1" dirty="0"/>
              <a:t>Fail-safe </a:t>
            </a:r>
            <a:r>
              <a:rPr lang="ko-KR" altLang="en-US" b="1" dirty="0"/>
              <a:t>비활성화 가능</a:t>
            </a:r>
            <a:r>
              <a:rPr lang="en-US" altLang="ko-KR" b="1" dirty="0"/>
              <a:t>, </a:t>
            </a:r>
            <a:r>
              <a:rPr lang="ko-KR" altLang="en-US" b="1" dirty="0"/>
              <a:t>새로운 입력 없어도</a:t>
            </a:r>
            <a:r>
              <a:rPr lang="en-US" altLang="ko-KR" b="1" dirty="0"/>
              <a:t>           </a:t>
            </a:r>
            <a:r>
              <a:rPr lang="ko-KR" altLang="en-US" b="1" dirty="0"/>
              <a:t>기체가 설정된 경로를 계속 비행하도록 가능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/>
              <a:t>언제 주로 사용하는가</a:t>
            </a:r>
            <a:r>
              <a:rPr lang="en-US" altLang="ko-KR" b="1" dirty="0"/>
              <a:t>? </a:t>
            </a:r>
          </a:p>
          <a:p>
            <a:pPr lvl="1"/>
            <a:r>
              <a:rPr lang="ko-KR" altLang="en-US" b="1" dirty="0"/>
              <a:t>고도는 자동 유지 </a:t>
            </a:r>
            <a:r>
              <a:rPr lang="en-US" altLang="ko-KR" b="1" dirty="0"/>
              <a:t>&amp; </a:t>
            </a:r>
            <a:r>
              <a:rPr lang="ko-KR" altLang="en-US" b="1" dirty="0"/>
              <a:t>수평  이동은 기존 이동 명령을               지속하고 싶을 때 </a:t>
            </a:r>
          </a:p>
        </p:txBody>
      </p:sp>
    </p:spTree>
    <p:extLst>
      <p:ext uri="{BB962C8B-B14F-4D97-AF65-F5344CB8AC3E}">
        <p14:creationId xmlns:p14="http://schemas.microsoft.com/office/powerpoint/2010/main" val="3287379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703FA-D79C-2E7B-A3F4-CDF9CA4A5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95FC0A-86DE-F977-8DE4-095D5F1DB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ko-KR" b="1" dirty="0"/>
              <a:t>Altitude</a:t>
            </a:r>
            <a:r>
              <a:rPr lang="ko-KR" altLang="en-US" b="1" dirty="0"/>
              <a:t> </a:t>
            </a:r>
            <a:r>
              <a:rPr lang="en-US" altLang="ko-KR" b="1" dirty="0"/>
              <a:t>Cruise Mode – Detail</a:t>
            </a:r>
            <a:endParaRPr lang="ko-KR" altLang="en-US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8C5C48D-CDDD-AE97-4E5B-A8485B651366}"/>
              </a:ext>
            </a:extLst>
          </p:cNvPr>
          <p:cNvSpPr/>
          <p:nvPr/>
        </p:nvSpPr>
        <p:spPr>
          <a:xfrm>
            <a:off x="200137" y="1089023"/>
            <a:ext cx="8969263" cy="54331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4ADF60-D396-02A8-B95B-7E960BB83D6B}"/>
              </a:ext>
            </a:extLst>
          </p:cNvPr>
          <p:cNvSpPr txBox="1"/>
          <p:nvPr/>
        </p:nvSpPr>
        <p:spPr>
          <a:xfrm>
            <a:off x="322963" y="1203827"/>
            <a:ext cx="404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/>
              <a:t>관련 </a:t>
            </a:r>
            <a:r>
              <a:rPr lang="en-US" altLang="ko-KR" b="1" dirty="0"/>
              <a:t>Parameter</a:t>
            </a:r>
            <a:endParaRPr lang="ko-KR" altLang="en-US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D590E84-3983-59CE-896E-6456C0126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058" y="1752366"/>
            <a:ext cx="8364117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60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4EA6F-1D42-6ED5-C052-DCA03CED7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73B2F8-94AF-753C-1673-3AD1F53C0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ko-KR" b="1" dirty="0"/>
              <a:t>Acro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079078-017A-70CC-1863-EB184ADEA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735" y="1253330"/>
            <a:ext cx="9773093" cy="5381386"/>
          </a:xfrm>
        </p:spPr>
        <p:txBody>
          <a:bodyPr>
            <a:normAutofit/>
          </a:bodyPr>
          <a:lstStyle/>
          <a:p>
            <a:r>
              <a:rPr lang="en-US" altLang="ko-KR" b="1" dirty="0"/>
              <a:t>Roll,</a:t>
            </a:r>
            <a:r>
              <a:rPr lang="ko-KR" altLang="en-US" b="1" dirty="0"/>
              <a:t> </a:t>
            </a:r>
            <a:r>
              <a:rPr lang="en-US" altLang="ko-KR" b="1" dirty="0"/>
              <a:t>Loop</a:t>
            </a:r>
            <a:r>
              <a:rPr lang="ko-KR" altLang="en-US" b="1" dirty="0"/>
              <a:t> 같은 곡예 비행 기동을 위한 모드 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b="1" dirty="0"/>
              <a:t>스틱을 놓으면</a:t>
            </a:r>
            <a:r>
              <a:rPr lang="en-US" altLang="ko-KR" b="1" dirty="0"/>
              <a:t>, Roll, Pitch, Yaw </a:t>
            </a:r>
            <a:r>
              <a:rPr lang="ko-KR" altLang="en-US" b="1" dirty="0"/>
              <a:t>축을 따라 </a:t>
            </a:r>
            <a:r>
              <a:rPr lang="en-US" altLang="ko-KR" b="1" dirty="0"/>
              <a:t>	                </a:t>
            </a:r>
            <a:r>
              <a:rPr lang="ko-KR" altLang="en-US" b="1" dirty="0"/>
              <a:t>회전을 멈추지만 이외 방식으로 기체를 </a:t>
            </a:r>
            <a:r>
              <a:rPr lang="ko-KR" altLang="en-US" b="1" dirty="0" err="1"/>
              <a:t>안정화시키지</a:t>
            </a:r>
            <a:r>
              <a:rPr lang="ko-KR" altLang="en-US" b="1" dirty="0"/>
              <a:t> 않음 </a:t>
            </a:r>
          </a:p>
          <a:p>
            <a:endParaRPr lang="en-US" altLang="ko-KR" b="1" dirty="0"/>
          </a:p>
          <a:p>
            <a:r>
              <a:rPr lang="ko-KR" altLang="en-US" b="1" dirty="0"/>
              <a:t>조종사가 자세</a:t>
            </a:r>
            <a:r>
              <a:rPr lang="en-US" altLang="ko-KR" b="1" dirty="0"/>
              <a:t>, </a:t>
            </a:r>
            <a:r>
              <a:rPr lang="ko-KR" altLang="en-US" b="1" dirty="0"/>
              <a:t>고도</a:t>
            </a:r>
            <a:r>
              <a:rPr lang="en-US" altLang="ko-KR" b="1" dirty="0"/>
              <a:t>, </a:t>
            </a:r>
            <a:r>
              <a:rPr lang="ko-KR" altLang="en-US" b="1" dirty="0"/>
              <a:t>위치를 모두 제어해야 함  </a:t>
            </a:r>
          </a:p>
        </p:txBody>
      </p:sp>
    </p:spTree>
    <p:extLst>
      <p:ext uri="{BB962C8B-B14F-4D97-AF65-F5344CB8AC3E}">
        <p14:creationId xmlns:p14="http://schemas.microsoft.com/office/powerpoint/2010/main" val="2715255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F8ED83-8A4D-DA5A-C3EB-969591A7D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17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1160A45-5021-F28D-71EF-A3DBB9445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3700" b="1" dirty="0"/>
              <a:t>Manual Mode</a:t>
            </a:r>
            <a:br>
              <a:rPr lang="en-US" altLang="ko-KR" sz="3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altLang="ko-KR" sz="3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Review</a:t>
            </a:r>
          </a:p>
        </p:txBody>
      </p:sp>
      <p:sp>
        <p:nvSpPr>
          <p:cNvPr id="44" name="Rectangle 19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21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그림 8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F3E23D-C398-B092-7103-993D40A81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51" y="-307"/>
            <a:ext cx="7106396" cy="6857672"/>
          </a:xfrm>
          <a:prstGeom prst="rect">
            <a:avLst/>
          </a:prstGeom>
        </p:spPr>
      </p:pic>
      <p:sp>
        <p:nvSpPr>
          <p:cNvPr id="46" name="Rectangle 23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044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72344-A840-1199-F9AE-5FEEE975D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2BE143-F903-DD23-A2A5-6F39FAEBC8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Autonomous Mode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682785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73AE2-2D98-C063-E7A4-0B19E1E95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761647-EB28-9BC0-80A8-8933D9A40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-145238"/>
            <a:ext cx="10515600" cy="1325563"/>
          </a:xfrm>
        </p:spPr>
        <p:txBody>
          <a:bodyPr/>
          <a:lstStyle/>
          <a:p>
            <a:r>
              <a:rPr lang="en-US" altLang="ko-KR" b="1" dirty="0"/>
              <a:t>Hold Mode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5C0DDD-56A1-9A74-A01D-AFE0206EE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205" y="1180325"/>
            <a:ext cx="11665688" cy="5465024"/>
          </a:xfrm>
        </p:spPr>
        <p:txBody>
          <a:bodyPr/>
          <a:lstStyle/>
          <a:p>
            <a:r>
              <a:rPr lang="ko-KR" altLang="en-US" b="1" dirty="0"/>
              <a:t>기체가 현재 위치</a:t>
            </a:r>
            <a:r>
              <a:rPr lang="en-US" altLang="ko-KR" b="1" dirty="0"/>
              <a:t>/</a:t>
            </a:r>
            <a:r>
              <a:rPr lang="ko-KR" altLang="en-US" b="1" dirty="0"/>
              <a:t>고도에서 정지</a:t>
            </a:r>
            <a:r>
              <a:rPr lang="en-US" altLang="ko-KR" b="1" dirty="0"/>
              <a:t>, </a:t>
            </a:r>
            <a:r>
              <a:rPr lang="ko-KR" altLang="en-US" b="1" dirty="0" err="1"/>
              <a:t>호버링</a:t>
            </a:r>
            <a:r>
              <a:rPr lang="en-US" altLang="ko-KR" b="1" dirty="0"/>
              <a:t>(</a:t>
            </a:r>
            <a:r>
              <a:rPr lang="ko-KR" altLang="en-US" b="1" dirty="0"/>
              <a:t>정지 비행</a:t>
            </a:r>
            <a:r>
              <a:rPr lang="en-US" altLang="ko-KR" b="1" dirty="0"/>
              <a:t>)</a:t>
            </a:r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 err="1"/>
              <a:t>Manaul</a:t>
            </a:r>
            <a:r>
              <a:rPr lang="en-US" altLang="ko-KR" b="1" dirty="0"/>
              <a:t> Mode</a:t>
            </a:r>
            <a:r>
              <a:rPr lang="ko-KR" altLang="en-US" b="1" dirty="0"/>
              <a:t>에서의 </a:t>
            </a:r>
            <a:r>
              <a:rPr lang="en-US" altLang="ko-KR" b="1" dirty="0"/>
              <a:t>Position Mode </a:t>
            </a:r>
            <a:r>
              <a:rPr lang="ko-KR" altLang="en-US" b="1" dirty="0"/>
              <a:t>와 유사 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4996536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8A03C-8369-9C91-FA8E-FD8C66E9F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AB3FAB-A433-48D6-48E9-856FC305B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ko-KR" b="1" dirty="0"/>
              <a:t>Hold</a:t>
            </a:r>
            <a:r>
              <a:rPr lang="ko-KR" altLang="en-US" b="1" dirty="0"/>
              <a:t> </a:t>
            </a:r>
            <a:r>
              <a:rPr lang="en-US" altLang="ko-KR" b="1" dirty="0"/>
              <a:t>Mode – Detail</a:t>
            </a:r>
            <a:endParaRPr lang="ko-KR" altLang="en-US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1FF4E97-4DA1-59EF-1E5E-CF09BF461B81}"/>
              </a:ext>
            </a:extLst>
          </p:cNvPr>
          <p:cNvSpPr/>
          <p:nvPr/>
        </p:nvSpPr>
        <p:spPr>
          <a:xfrm>
            <a:off x="200138" y="1089023"/>
            <a:ext cx="7949634" cy="54331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EE3B13-532D-D102-924E-34AEA8004897}"/>
              </a:ext>
            </a:extLst>
          </p:cNvPr>
          <p:cNvSpPr txBox="1"/>
          <p:nvPr/>
        </p:nvSpPr>
        <p:spPr>
          <a:xfrm>
            <a:off x="322963" y="1203827"/>
            <a:ext cx="404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/>
              <a:t>관련 </a:t>
            </a:r>
            <a:r>
              <a:rPr lang="en-US" altLang="ko-KR" b="1" dirty="0"/>
              <a:t>Parameter</a:t>
            </a:r>
            <a:endParaRPr lang="ko-KR" altLang="en-US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12B29F-1DEE-86AF-EEC4-46C459004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63" y="1687963"/>
            <a:ext cx="6610964" cy="34654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516F7C-FC5C-3927-F241-02F3B8D7EF49}"/>
              </a:ext>
            </a:extLst>
          </p:cNvPr>
          <p:cNvSpPr txBox="1"/>
          <p:nvPr/>
        </p:nvSpPr>
        <p:spPr>
          <a:xfrm>
            <a:off x="322963" y="5376118"/>
            <a:ext cx="7826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FF0000"/>
                </a:solidFill>
              </a:rPr>
              <a:t>만약</a:t>
            </a:r>
            <a:r>
              <a:rPr lang="en-US" altLang="ko-KR" sz="1400" b="1" dirty="0">
                <a:solidFill>
                  <a:srgbClr val="FF0000"/>
                </a:solidFill>
              </a:rPr>
              <a:t>, NAV_MIN_LTR_ALT </a:t>
            </a:r>
            <a:r>
              <a:rPr lang="ko-KR" altLang="en-US" sz="1400" b="1" dirty="0">
                <a:solidFill>
                  <a:srgbClr val="FF0000"/>
                </a:solidFill>
              </a:rPr>
              <a:t>고도 미만에서 </a:t>
            </a:r>
            <a:r>
              <a:rPr lang="en-US" altLang="ko-KR" sz="1400" b="1" dirty="0">
                <a:solidFill>
                  <a:srgbClr val="FF0000"/>
                </a:solidFill>
              </a:rPr>
              <a:t>Hold Mode</a:t>
            </a:r>
            <a:r>
              <a:rPr lang="ko-KR" altLang="en-US" sz="1400" b="1" dirty="0">
                <a:solidFill>
                  <a:srgbClr val="FF0000"/>
                </a:solidFill>
              </a:rPr>
              <a:t>를 켜면</a:t>
            </a:r>
            <a:r>
              <a:rPr lang="en-US" altLang="ko-KR" sz="1400" b="1" dirty="0">
                <a:solidFill>
                  <a:srgbClr val="FF0000"/>
                </a:solidFill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</a:rPr>
              <a:t>먼저 해당 고도까지 상승함</a:t>
            </a:r>
            <a:endParaRPr lang="en-US" altLang="ko-KR" sz="14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/>
              <a:t>스틱을 움직이면 </a:t>
            </a:r>
            <a:r>
              <a:rPr lang="en-US" altLang="ko-KR" sz="1400" b="1" dirty="0"/>
              <a:t>Position mode</a:t>
            </a:r>
            <a:r>
              <a:rPr lang="ko-KR" altLang="en-US" sz="1400" b="1" dirty="0"/>
              <a:t>로 변경 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10381308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DC44C-4ADF-1637-197D-E63A87A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1F34BB-E56E-3EAC-44F6-52EAB54E4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-145238"/>
            <a:ext cx="10515600" cy="1325563"/>
          </a:xfrm>
        </p:spPr>
        <p:txBody>
          <a:bodyPr/>
          <a:lstStyle/>
          <a:p>
            <a:r>
              <a:rPr lang="en-US" altLang="ko-KR" b="1" dirty="0"/>
              <a:t>Return Mode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2A1FDC-479E-8BFB-96DA-B670B7013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204" y="1180324"/>
            <a:ext cx="12176052" cy="5943489"/>
          </a:xfrm>
        </p:spPr>
        <p:txBody>
          <a:bodyPr/>
          <a:lstStyle/>
          <a:p>
            <a:r>
              <a:rPr lang="ko-KR" altLang="en-US" b="1" dirty="0"/>
              <a:t>안전 고도까지 상승 후</a:t>
            </a:r>
            <a:r>
              <a:rPr lang="en-US" altLang="ko-KR" b="1" dirty="0"/>
              <a:t>, </a:t>
            </a:r>
            <a:r>
              <a:rPr lang="ko-KR" altLang="en-US" b="1" dirty="0"/>
              <a:t>홈</a:t>
            </a:r>
            <a:r>
              <a:rPr lang="en-US" altLang="ko-KR" b="1" dirty="0"/>
              <a:t>/</a:t>
            </a:r>
            <a:r>
              <a:rPr lang="ko-KR" altLang="en-US" b="1" dirty="0"/>
              <a:t>랠리 포인트로 경로를 따라 비행</a:t>
            </a:r>
            <a:r>
              <a:rPr lang="en-US" altLang="ko-KR" b="1" dirty="0"/>
              <a:t>, </a:t>
            </a:r>
            <a:r>
              <a:rPr lang="ko-KR" altLang="en-US" b="1" dirty="0"/>
              <a:t>착륙함</a:t>
            </a:r>
            <a:endParaRPr lang="en-US" altLang="ko-KR" b="1" dirty="0"/>
          </a:p>
          <a:p>
            <a:r>
              <a:rPr lang="en-US" altLang="ko-KR" b="1" dirty="0"/>
              <a:t>GPS</a:t>
            </a:r>
            <a:r>
              <a:rPr lang="ko-KR" altLang="en-US" b="1" dirty="0"/>
              <a:t> 필요</a:t>
            </a:r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RTH(Return</a:t>
            </a:r>
            <a:r>
              <a:rPr lang="ko-KR" altLang="en-US" b="1" dirty="0"/>
              <a:t> </a:t>
            </a:r>
            <a:r>
              <a:rPr lang="en-US" altLang="ko-KR" b="1" dirty="0"/>
              <a:t>to</a:t>
            </a:r>
            <a:r>
              <a:rPr lang="ko-KR" altLang="en-US" b="1" dirty="0"/>
              <a:t> </a:t>
            </a:r>
            <a:r>
              <a:rPr lang="en-US" altLang="ko-KR" b="1" dirty="0"/>
              <a:t>home):</a:t>
            </a:r>
            <a:r>
              <a:rPr lang="ko-KR" altLang="en-US" b="1" dirty="0"/>
              <a:t> 배터리가 부족 </a:t>
            </a:r>
            <a:r>
              <a:rPr lang="en-US" altLang="ko-KR" b="1" dirty="0"/>
              <a:t>or Failsafe</a:t>
            </a:r>
            <a:r>
              <a:rPr lang="ko-KR" altLang="en-US" b="1" dirty="0"/>
              <a:t>에서 자동으로 작동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b="1" dirty="0"/>
              <a:t>작동 순서</a:t>
            </a:r>
            <a:endParaRPr lang="en-US" altLang="ko-KR" b="1" dirty="0"/>
          </a:p>
          <a:p>
            <a:pPr marL="971550" lvl="1" indent="-514350">
              <a:buFont typeface="+mj-lt"/>
              <a:buAutoNum type="arabicPeriod"/>
            </a:pPr>
            <a:r>
              <a:rPr lang="ko-KR" altLang="en-US" b="1" dirty="0"/>
              <a:t>상승</a:t>
            </a:r>
            <a:r>
              <a:rPr lang="en-US" altLang="ko-KR" b="1" dirty="0"/>
              <a:t>: </a:t>
            </a:r>
            <a:r>
              <a:rPr lang="ko-KR" altLang="en-US" b="1" dirty="0"/>
              <a:t>안전고도까지 수직 상승</a:t>
            </a:r>
            <a:endParaRPr lang="en-US" altLang="ko-KR" b="1" dirty="0"/>
          </a:p>
          <a:p>
            <a:pPr marL="971550" lvl="1" indent="-514350">
              <a:buFont typeface="+mj-lt"/>
              <a:buAutoNum type="arabicPeriod"/>
            </a:pPr>
            <a:r>
              <a:rPr lang="ko-KR" altLang="en-US" b="1" dirty="0"/>
              <a:t>비행</a:t>
            </a:r>
            <a:r>
              <a:rPr lang="en-US" altLang="ko-KR" b="1" dirty="0"/>
              <a:t>: </a:t>
            </a:r>
            <a:r>
              <a:rPr lang="ko-KR" altLang="en-US" b="1" dirty="0"/>
              <a:t>홈</a:t>
            </a:r>
            <a:r>
              <a:rPr lang="en-US" altLang="ko-KR" b="1" dirty="0"/>
              <a:t>/</a:t>
            </a:r>
            <a:r>
              <a:rPr lang="ko-KR" altLang="en-US" b="1" dirty="0"/>
              <a:t>랠리 포인트까지 자율적 이동 </a:t>
            </a:r>
            <a:endParaRPr lang="en-US" altLang="ko-KR" b="1" dirty="0"/>
          </a:p>
          <a:p>
            <a:pPr marL="971550" lvl="1" indent="-514350">
              <a:buFont typeface="+mj-lt"/>
              <a:buAutoNum type="arabicPeriod"/>
            </a:pPr>
            <a:r>
              <a:rPr lang="ko-KR" altLang="en-US" b="1" dirty="0"/>
              <a:t>착륙</a:t>
            </a:r>
            <a:r>
              <a:rPr lang="en-US" altLang="ko-KR" b="1" dirty="0"/>
              <a:t>: </a:t>
            </a:r>
            <a:r>
              <a:rPr lang="ko-KR" altLang="en-US" b="1" dirty="0"/>
              <a:t>목표 지점 도달 시 자동 착륙 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8411175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416C7-EE09-8F63-0277-09C272F77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98CD6F-74BE-3E78-AB80-1D8CCD641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ko-KR" b="1" dirty="0"/>
              <a:t>Return</a:t>
            </a:r>
            <a:r>
              <a:rPr lang="ko-KR" altLang="en-US" b="1" dirty="0"/>
              <a:t> </a:t>
            </a:r>
            <a:r>
              <a:rPr lang="en-US" altLang="ko-KR" b="1" dirty="0"/>
              <a:t>Mode – Detail 1</a:t>
            </a:r>
            <a:endParaRPr lang="ko-KR" altLang="en-US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1DF38B2-F72F-6609-D02A-8AF433A26D38}"/>
              </a:ext>
            </a:extLst>
          </p:cNvPr>
          <p:cNvSpPr/>
          <p:nvPr/>
        </p:nvSpPr>
        <p:spPr>
          <a:xfrm>
            <a:off x="200137" y="1089023"/>
            <a:ext cx="10515599" cy="54331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EA6883-AEA5-D4D0-16FB-BCF909AFAFAC}"/>
              </a:ext>
            </a:extLst>
          </p:cNvPr>
          <p:cNvSpPr txBox="1"/>
          <p:nvPr/>
        </p:nvSpPr>
        <p:spPr>
          <a:xfrm>
            <a:off x="322963" y="1203827"/>
            <a:ext cx="404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/>
              <a:t>관련 </a:t>
            </a:r>
            <a:r>
              <a:rPr lang="en-US" altLang="ko-KR" b="1" dirty="0"/>
              <a:t>Parameter</a:t>
            </a:r>
            <a:endParaRPr lang="ko-KR" altLang="en-US" b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258C6DB-18E6-ACF0-64DE-667908604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172" y="1684328"/>
            <a:ext cx="9804400" cy="472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026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4F7A1-A39E-0FF7-EDBD-ED27C0568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790700-F8C8-2B86-B7D2-F6534ED42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ko-KR" b="1" dirty="0"/>
              <a:t>Return</a:t>
            </a:r>
            <a:r>
              <a:rPr lang="ko-KR" altLang="en-US" b="1" dirty="0"/>
              <a:t> </a:t>
            </a:r>
            <a:r>
              <a:rPr lang="en-US" altLang="ko-KR" b="1" dirty="0"/>
              <a:t>Mode – Detail 2</a:t>
            </a:r>
            <a:endParaRPr lang="ko-KR" altLang="en-US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DE41CE0-0F38-C9C7-BD09-0D9D2DDD41A4}"/>
              </a:ext>
            </a:extLst>
          </p:cNvPr>
          <p:cNvSpPr/>
          <p:nvPr/>
        </p:nvSpPr>
        <p:spPr>
          <a:xfrm>
            <a:off x="171109" y="1089023"/>
            <a:ext cx="5736206" cy="54331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0CA2B8-F995-924C-A403-4AC7C7814C1E}"/>
              </a:ext>
            </a:extLst>
          </p:cNvPr>
          <p:cNvSpPr txBox="1"/>
          <p:nvPr/>
        </p:nvSpPr>
        <p:spPr>
          <a:xfrm>
            <a:off x="322963" y="1203827"/>
            <a:ext cx="404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/>
              <a:t>기본 복귀</a:t>
            </a:r>
            <a:r>
              <a:rPr lang="en-US" altLang="ko-KR" b="1" dirty="0"/>
              <a:t>, RTL_CONE_ANG = 0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A0FC6A-1471-8DAD-941F-41CF25B097D5}"/>
              </a:ext>
            </a:extLst>
          </p:cNvPr>
          <p:cNvSpPr txBox="1"/>
          <p:nvPr/>
        </p:nvSpPr>
        <p:spPr>
          <a:xfrm>
            <a:off x="247036" y="4291649"/>
            <a:ext cx="55843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b="1" dirty="0"/>
              <a:t>RTL </a:t>
            </a:r>
            <a:r>
              <a:rPr lang="ko-KR" altLang="en-US" b="1" dirty="0"/>
              <a:t>명령을 받으면</a:t>
            </a:r>
            <a:r>
              <a:rPr lang="en-US" altLang="ko-KR" b="1" dirty="0"/>
              <a:t>, RTL_RETRUN_ALT </a:t>
            </a:r>
            <a:r>
              <a:rPr lang="ko-KR" altLang="en-US" b="1" dirty="0"/>
              <a:t>변수까지 상승한 뒤 복귀 </a:t>
            </a:r>
            <a:endParaRPr lang="en-US" altLang="ko-KR" b="1" dirty="0"/>
          </a:p>
          <a:p>
            <a:pPr marL="285750" indent="-285750">
              <a:buFontTx/>
              <a:buChar char="-"/>
            </a:pPr>
            <a:r>
              <a:rPr lang="ko-KR" altLang="en-US" b="1" dirty="0"/>
              <a:t>만약</a:t>
            </a:r>
            <a:r>
              <a:rPr lang="en-US" altLang="ko-KR" b="1" dirty="0"/>
              <a:t>, </a:t>
            </a:r>
            <a:r>
              <a:rPr lang="ko-KR" altLang="en-US" b="1" dirty="0"/>
              <a:t>이미 더 높은 고도이면 해당 높이로 복귀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>
                <a:sym typeface="Wingdings" panose="05000000000000000000" pitchFamily="2" charset="2"/>
              </a:rPr>
              <a:t> </a:t>
            </a:r>
            <a:r>
              <a:rPr lang="ko-KR" altLang="en-US" b="1" dirty="0">
                <a:sym typeface="Wingdings" panose="05000000000000000000" pitchFamily="2" charset="2"/>
              </a:rPr>
              <a:t>문제점</a:t>
            </a:r>
            <a:r>
              <a:rPr lang="en-US" altLang="ko-KR" b="1" dirty="0">
                <a:sym typeface="Wingdings" panose="05000000000000000000" pitchFamily="2" charset="2"/>
              </a:rPr>
              <a:t>: </a:t>
            </a:r>
            <a:r>
              <a:rPr lang="ko-KR" altLang="en-US" b="1" dirty="0">
                <a:sym typeface="Wingdings" panose="05000000000000000000" pitchFamily="2" charset="2"/>
              </a:rPr>
              <a:t>배터리 </a:t>
            </a:r>
            <a:r>
              <a:rPr lang="en-US" altLang="ko-KR" b="1" dirty="0">
                <a:sym typeface="Wingdings" panose="05000000000000000000" pitchFamily="2" charset="2"/>
              </a:rPr>
              <a:t>&amp; </a:t>
            </a:r>
            <a:r>
              <a:rPr lang="ko-KR" altLang="en-US" b="1" dirty="0">
                <a:sym typeface="Wingdings" panose="05000000000000000000" pitchFamily="2" charset="2"/>
              </a:rPr>
              <a:t>시간 낭비가 발생할 수 있음</a:t>
            </a:r>
            <a:endParaRPr lang="ko-KR" altLang="en-US" b="1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B7DADAC-E555-090E-FA19-D7237CBC1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80" y="1808344"/>
            <a:ext cx="5344864" cy="1997258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399781E8-F17F-33BD-EF24-8320A10998D5}"/>
              </a:ext>
            </a:extLst>
          </p:cNvPr>
          <p:cNvSpPr/>
          <p:nvPr/>
        </p:nvSpPr>
        <p:spPr>
          <a:xfrm>
            <a:off x="6102986" y="1089023"/>
            <a:ext cx="5736206" cy="54331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31E9BC-F77F-15E6-CB35-82B3A1485669}"/>
              </a:ext>
            </a:extLst>
          </p:cNvPr>
          <p:cNvSpPr txBox="1"/>
          <p:nvPr/>
        </p:nvSpPr>
        <p:spPr>
          <a:xfrm>
            <a:off x="6254840" y="1203827"/>
            <a:ext cx="404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/>
              <a:t>스마트 복귀</a:t>
            </a:r>
            <a:r>
              <a:rPr lang="en-US" altLang="ko-KR" b="1" dirty="0"/>
              <a:t>, RTL_CONE_ANG &gt; 0</a:t>
            </a:r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A2A1AB-14CE-1DBC-DADF-3A7AABC60B01}"/>
              </a:ext>
            </a:extLst>
          </p:cNvPr>
          <p:cNvSpPr txBox="1"/>
          <p:nvPr/>
        </p:nvSpPr>
        <p:spPr>
          <a:xfrm>
            <a:off x="6178913" y="4291649"/>
            <a:ext cx="55843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b="1" dirty="0" err="1"/>
              <a:t>드론이</a:t>
            </a:r>
            <a:r>
              <a:rPr lang="ko-KR" altLang="en-US" b="1" dirty="0"/>
              <a:t> 복귀 지점과 아주 멀 때는 동일</a:t>
            </a:r>
            <a:endParaRPr lang="en-US" altLang="ko-KR" b="1" dirty="0"/>
          </a:p>
          <a:p>
            <a:pPr marL="285750" indent="-285750">
              <a:buFontTx/>
              <a:buChar char="-"/>
            </a:pPr>
            <a:r>
              <a:rPr lang="ko-KR" altLang="en-US" b="1" dirty="0" err="1"/>
              <a:t>드론이</a:t>
            </a:r>
            <a:r>
              <a:rPr lang="ko-KR" altLang="en-US" b="1" dirty="0"/>
              <a:t> 복귀 지점과 가까울 때는 배터리 </a:t>
            </a:r>
            <a:r>
              <a:rPr lang="en-US" altLang="ko-KR" b="1" dirty="0"/>
              <a:t>&amp; </a:t>
            </a:r>
            <a:r>
              <a:rPr lang="ko-KR" altLang="en-US" b="1" dirty="0"/>
              <a:t>시간 절약 가능 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C55289C-A3C2-314C-594C-B5111EFDC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657" y="1808344"/>
            <a:ext cx="5344864" cy="199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8558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F5434-317D-4597-24B3-8624FBB25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4D6034-94AC-1084-1346-6C25F9C29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-145238"/>
            <a:ext cx="10515600" cy="1325563"/>
          </a:xfrm>
        </p:spPr>
        <p:txBody>
          <a:bodyPr/>
          <a:lstStyle/>
          <a:p>
            <a:r>
              <a:rPr lang="en-US" altLang="ko-KR" b="1" dirty="0"/>
              <a:t>Mission Mode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DE7F33-8A17-12C1-0EB8-7DE419753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204" y="1180324"/>
            <a:ext cx="12176052" cy="5943489"/>
          </a:xfrm>
        </p:spPr>
        <p:txBody>
          <a:bodyPr/>
          <a:lstStyle/>
          <a:p>
            <a:r>
              <a:rPr lang="ko-KR" altLang="en-US" b="1" dirty="0"/>
              <a:t>기체가 </a:t>
            </a:r>
            <a:r>
              <a:rPr lang="en-US" altLang="ko-KR" b="1" dirty="0"/>
              <a:t>Flight Controller</a:t>
            </a:r>
            <a:r>
              <a:rPr lang="ko-KR" altLang="en-US" b="1" dirty="0"/>
              <a:t>에 </a:t>
            </a:r>
            <a:r>
              <a:rPr lang="ko-KR" altLang="en-US" b="1" dirty="0" err="1"/>
              <a:t>업로드된</a:t>
            </a:r>
            <a:r>
              <a:rPr lang="ko-KR" altLang="en-US" b="1" dirty="0"/>
              <a:t> </a:t>
            </a:r>
            <a:r>
              <a:rPr lang="en-US" altLang="ko-KR" b="1" dirty="0"/>
              <a:t>Mission/Flight Plan</a:t>
            </a:r>
            <a:r>
              <a:rPr lang="ko-KR" altLang="en-US" b="1" dirty="0"/>
              <a:t> 수행</a:t>
            </a:r>
            <a:endParaRPr lang="en-US" altLang="ko-KR" b="1" dirty="0"/>
          </a:p>
          <a:p>
            <a:r>
              <a:rPr lang="en-US" altLang="ko-KR" b="1" dirty="0"/>
              <a:t>GPS </a:t>
            </a:r>
            <a:r>
              <a:rPr lang="ko-KR" altLang="en-US" b="1" dirty="0"/>
              <a:t>필요 </a:t>
            </a:r>
            <a:endParaRPr lang="en-US" altLang="ko-KR" b="1" dirty="0"/>
          </a:p>
          <a:p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810070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3C5B6-7882-EC82-B1AA-C9809CC39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59C8BF-2420-17EA-093C-854E2E639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12159"/>
            <a:ext cx="10515600" cy="1325563"/>
          </a:xfrm>
        </p:spPr>
        <p:txBody>
          <a:bodyPr/>
          <a:lstStyle/>
          <a:p>
            <a:r>
              <a:rPr lang="en-US" altLang="ko-KR" b="1" dirty="0"/>
              <a:t>Mission</a:t>
            </a:r>
            <a:r>
              <a:rPr lang="ko-KR" altLang="en-US" b="1" dirty="0"/>
              <a:t> </a:t>
            </a:r>
            <a:r>
              <a:rPr lang="en-US" altLang="ko-KR" b="1" dirty="0"/>
              <a:t>Mode – Detail 1</a:t>
            </a:r>
            <a:endParaRPr lang="ko-KR" altLang="en-US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FEE1A6A-56CC-D337-3E39-7AF66A222A7C}"/>
              </a:ext>
            </a:extLst>
          </p:cNvPr>
          <p:cNvSpPr/>
          <p:nvPr/>
        </p:nvSpPr>
        <p:spPr>
          <a:xfrm>
            <a:off x="171109" y="1089023"/>
            <a:ext cx="5736206" cy="54331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4EB15C-5C79-92E7-1D79-43CFE4248A3F}"/>
              </a:ext>
            </a:extLst>
          </p:cNvPr>
          <p:cNvSpPr txBox="1"/>
          <p:nvPr/>
        </p:nvSpPr>
        <p:spPr>
          <a:xfrm>
            <a:off x="322963" y="1203827"/>
            <a:ext cx="404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/>
              <a:t>임무 실행 가능성 검사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7C8C5C-2FA4-46A0-BE5E-778C1867A0CF}"/>
              </a:ext>
            </a:extLst>
          </p:cNvPr>
          <p:cNvSpPr txBox="1"/>
          <p:nvPr/>
        </p:nvSpPr>
        <p:spPr>
          <a:xfrm>
            <a:off x="247036" y="1675922"/>
            <a:ext cx="55843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b="1" dirty="0"/>
              <a:t>아래 조건 중 하나라도 해당되면 미션 모드로 전환이 안되고</a:t>
            </a:r>
            <a:r>
              <a:rPr lang="en-US" altLang="ko-KR" b="1" dirty="0"/>
              <a:t>, Hold </a:t>
            </a:r>
            <a:r>
              <a:rPr lang="ko-KR" altLang="en-US" b="1" dirty="0"/>
              <a:t>모드로 전환됨 </a:t>
            </a:r>
            <a:endParaRPr lang="en-US" altLang="ko-KR" b="1" dirty="0"/>
          </a:p>
          <a:p>
            <a:pPr marL="285750" indent="-285750">
              <a:buFontTx/>
              <a:buChar char="-"/>
            </a:pPr>
            <a:endParaRPr lang="en-US" altLang="ko-KR" b="1" dirty="0"/>
          </a:p>
          <a:p>
            <a:pPr marL="285750" indent="-285750">
              <a:buFontTx/>
              <a:buChar char="-"/>
            </a:pP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b="1" dirty="0"/>
              <a:t>계획된 </a:t>
            </a:r>
            <a:r>
              <a:rPr lang="en-US" altLang="ko-KR" b="1" dirty="0"/>
              <a:t>geofence or</a:t>
            </a:r>
            <a:r>
              <a:rPr lang="ko-KR" altLang="en-US" b="1" dirty="0"/>
              <a:t> 안전 </a:t>
            </a:r>
            <a:r>
              <a:rPr lang="en-US" altLang="ko-KR" b="1" dirty="0"/>
              <a:t>geofence</a:t>
            </a:r>
            <a:r>
              <a:rPr lang="ko-KR" altLang="en-US" b="1" dirty="0"/>
              <a:t>와 충돌할 때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b="1" dirty="0"/>
              <a:t>이</a:t>
            </a:r>
            <a:r>
              <a:rPr lang="en-US" altLang="ko-KR" b="1" dirty="0"/>
              <a:t>/</a:t>
            </a:r>
            <a:r>
              <a:rPr lang="ko-KR" altLang="en-US" b="1" dirty="0"/>
              <a:t>착륙 항목이 필수 사항으로 설정되었으나</a:t>
            </a:r>
            <a:r>
              <a:rPr lang="en-US" altLang="ko-KR" b="1" dirty="0"/>
              <a:t>, </a:t>
            </a:r>
            <a:r>
              <a:rPr lang="ko-KR" altLang="en-US" b="1" dirty="0"/>
              <a:t>해당 항목이 누락된 경우 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endParaRPr lang="en-US" altLang="ko-KR" b="1" dirty="0"/>
          </a:p>
          <a:p>
            <a:r>
              <a:rPr lang="en-US" altLang="ko-KR" b="1" dirty="0"/>
              <a:t>+ </a:t>
            </a:r>
            <a:r>
              <a:rPr lang="ko-KR" altLang="en-US" b="1" dirty="0"/>
              <a:t>추가적으로</a:t>
            </a:r>
            <a:r>
              <a:rPr lang="en-US" altLang="ko-KR" b="1" dirty="0"/>
              <a:t>, </a:t>
            </a:r>
            <a:r>
              <a:rPr lang="ko-KR" altLang="en-US" b="1" dirty="0"/>
              <a:t>첫번째 </a:t>
            </a:r>
            <a:r>
              <a:rPr lang="en-US" altLang="ko-KR" b="1" dirty="0"/>
              <a:t>waypoint</a:t>
            </a:r>
            <a:r>
              <a:rPr lang="ko-KR" altLang="en-US" b="1" dirty="0"/>
              <a:t>가 너무 멀리 </a:t>
            </a:r>
            <a:r>
              <a:rPr lang="ko-KR" altLang="en-US" b="1" dirty="0" err="1"/>
              <a:t>떨어져있으면</a:t>
            </a:r>
            <a:r>
              <a:rPr lang="en-US" altLang="ko-KR" b="1" dirty="0"/>
              <a:t>,</a:t>
            </a:r>
            <a:r>
              <a:rPr lang="ko-KR" altLang="en-US" b="1" dirty="0"/>
              <a:t> 경고는 오지만 임무 진행은 가능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68AEDC7-C3D4-3006-3943-ABE24D0DE5E4}"/>
              </a:ext>
            </a:extLst>
          </p:cNvPr>
          <p:cNvSpPr/>
          <p:nvPr/>
        </p:nvSpPr>
        <p:spPr>
          <a:xfrm>
            <a:off x="5997756" y="1089023"/>
            <a:ext cx="6128929" cy="54331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B1CDA0-8CE4-AB88-9688-0DEFEE2DCF1B}"/>
              </a:ext>
            </a:extLst>
          </p:cNvPr>
          <p:cNvSpPr txBox="1"/>
          <p:nvPr/>
        </p:nvSpPr>
        <p:spPr>
          <a:xfrm>
            <a:off x="6254840" y="1203827"/>
            <a:ext cx="404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/>
              <a:t>일반 파라미터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17BEB20-E8CD-7159-80C7-477E4E216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4057" y="4345388"/>
            <a:ext cx="5766872" cy="20899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D09849-F423-4FBA-6428-BD514BE1B1D1}"/>
              </a:ext>
            </a:extLst>
          </p:cNvPr>
          <p:cNvSpPr txBox="1"/>
          <p:nvPr/>
        </p:nvSpPr>
        <p:spPr>
          <a:xfrm>
            <a:off x="6254839" y="3976056"/>
            <a:ext cx="4834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/>
              <a:t>임무 실행 가능성 검사 관련 파라미터 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40880EB-4E1B-2676-225E-A0E451154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018" y="1663582"/>
            <a:ext cx="5766873" cy="185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603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DD052-96D6-4F26-D5EB-9BEDDAADF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3F2E12-387F-1AC5-1C53-1E280D485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12159"/>
            <a:ext cx="10515600" cy="1325563"/>
          </a:xfrm>
        </p:spPr>
        <p:txBody>
          <a:bodyPr/>
          <a:lstStyle/>
          <a:p>
            <a:r>
              <a:rPr lang="en-US" altLang="ko-KR" b="1" dirty="0"/>
              <a:t>Mission</a:t>
            </a:r>
            <a:r>
              <a:rPr lang="ko-KR" altLang="en-US" b="1" dirty="0"/>
              <a:t> </a:t>
            </a:r>
            <a:r>
              <a:rPr lang="en-US" altLang="ko-KR" b="1" dirty="0"/>
              <a:t>Mode – Detail 2</a:t>
            </a:r>
            <a:endParaRPr lang="ko-KR" altLang="en-US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C593D58-6203-B4ED-7BB5-97FCF9B6DE81}"/>
              </a:ext>
            </a:extLst>
          </p:cNvPr>
          <p:cNvSpPr/>
          <p:nvPr/>
        </p:nvSpPr>
        <p:spPr>
          <a:xfrm>
            <a:off x="171109" y="1089023"/>
            <a:ext cx="5736206" cy="54331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2EC09E-2CF3-118A-87DB-2F7825BED55B}"/>
              </a:ext>
            </a:extLst>
          </p:cNvPr>
          <p:cNvSpPr txBox="1"/>
          <p:nvPr/>
        </p:nvSpPr>
        <p:spPr>
          <a:xfrm>
            <a:off x="322963" y="1203827"/>
            <a:ext cx="404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/>
              <a:t>Mission Command Timeouts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59AB94-E1A2-4EEB-1750-EFBCA3D39E14}"/>
              </a:ext>
            </a:extLst>
          </p:cNvPr>
          <p:cNvSpPr txBox="1"/>
          <p:nvPr/>
        </p:nvSpPr>
        <p:spPr>
          <a:xfrm>
            <a:off x="247036" y="2412454"/>
            <a:ext cx="558435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b="1" dirty="0"/>
              <a:t>시간이 다소 소모될 수 있는 임무가 있는 경우</a:t>
            </a:r>
            <a:r>
              <a:rPr lang="en-US" altLang="ko-KR" b="1" dirty="0"/>
              <a:t>, </a:t>
            </a:r>
          </a:p>
          <a:p>
            <a:r>
              <a:rPr lang="en-US" altLang="ko-KR" b="1" dirty="0"/>
              <a:t>PX4</a:t>
            </a:r>
            <a:r>
              <a:rPr lang="ko-KR" altLang="en-US" b="1" dirty="0"/>
              <a:t>가 </a:t>
            </a:r>
            <a:r>
              <a:rPr lang="en-US" altLang="ko-KR" b="1" dirty="0"/>
              <a:t>HW</a:t>
            </a:r>
            <a:r>
              <a:rPr lang="ko-KR" altLang="en-US" b="1" dirty="0"/>
              <a:t>로 부터 센서 값을 받아 동작이 완료됨을 확인하고 다음으로 넘어가는 게 가장 좋음 </a:t>
            </a:r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ko-KR" altLang="en-US" b="1" dirty="0">
                <a:sym typeface="Wingdings" panose="05000000000000000000" pitchFamily="2" charset="2"/>
              </a:rPr>
              <a:t>그러나</a:t>
            </a:r>
            <a:r>
              <a:rPr lang="en-US" altLang="ko-KR" b="1" dirty="0">
                <a:sym typeface="Wingdings" panose="05000000000000000000" pitchFamily="2" charset="2"/>
              </a:rPr>
              <a:t>, </a:t>
            </a:r>
            <a:r>
              <a:rPr lang="ko-KR" altLang="en-US" b="1" dirty="0">
                <a:sym typeface="Wingdings" panose="05000000000000000000" pitchFamily="2" charset="2"/>
              </a:rPr>
              <a:t>센서 값이 안 들어오는 경우</a:t>
            </a:r>
            <a:r>
              <a:rPr lang="en-US" altLang="ko-KR" b="1" dirty="0">
                <a:sym typeface="Wingdings" panose="05000000000000000000" pitchFamily="2" charset="2"/>
              </a:rPr>
              <a:t>, </a:t>
            </a:r>
            <a:r>
              <a:rPr lang="ko-KR" altLang="en-US" b="1" dirty="0">
                <a:sym typeface="Wingdings" panose="05000000000000000000" pitchFamily="2" charset="2"/>
              </a:rPr>
              <a:t>다음 진행으로 넘어가지 못하는 상황이 생길 수 있음</a:t>
            </a:r>
            <a:endParaRPr lang="en-US" altLang="ko-KR" b="1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altLang="ko-KR" b="1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altLang="ko-KR" b="1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ko-KR" altLang="en-US" b="1" dirty="0">
                <a:sym typeface="Wingdings" panose="05000000000000000000" pitchFamily="2" charset="2"/>
              </a:rPr>
              <a:t>따라서</a:t>
            </a:r>
            <a:r>
              <a:rPr lang="en-US" altLang="ko-KR" b="1" dirty="0">
                <a:sym typeface="Wingdings" panose="05000000000000000000" pitchFamily="2" charset="2"/>
              </a:rPr>
              <a:t>, Timeout </a:t>
            </a:r>
            <a:r>
              <a:rPr lang="ko-KR" altLang="en-US" b="1" dirty="0">
                <a:sym typeface="Wingdings" panose="05000000000000000000" pitchFamily="2" charset="2"/>
              </a:rPr>
              <a:t>시간이 지나면 강제적으로 다음 명령으로 </a:t>
            </a:r>
            <a:r>
              <a:rPr lang="ko-KR" altLang="en-US" b="1" dirty="0" err="1">
                <a:sym typeface="Wingdings" panose="05000000000000000000" pitchFamily="2" charset="2"/>
              </a:rPr>
              <a:t>넘어감</a:t>
            </a:r>
            <a:r>
              <a:rPr lang="ko-KR" altLang="en-US" b="1" dirty="0">
                <a:sym typeface="Wingdings" panose="05000000000000000000" pitchFamily="2" charset="2"/>
              </a:rPr>
              <a:t> </a:t>
            </a:r>
            <a:endParaRPr lang="en-US" altLang="ko-KR" b="1" dirty="0">
              <a:sym typeface="Wingdings" panose="05000000000000000000" pitchFamily="2" charset="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02F579-CC97-6EF7-D646-AB8AA63F3212}"/>
              </a:ext>
            </a:extLst>
          </p:cNvPr>
          <p:cNvSpPr txBox="1"/>
          <p:nvPr/>
        </p:nvSpPr>
        <p:spPr>
          <a:xfrm>
            <a:off x="613249" y="1669641"/>
            <a:ext cx="27338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파라미터</a:t>
            </a:r>
            <a:r>
              <a:rPr lang="en-US" altLang="ko-KR" b="1" dirty="0">
                <a:solidFill>
                  <a:srgbClr val="FF0000"/>
                </a:solidFill>
              </a:rPr>
              <a:t>: MIS_COMMAND_TOUT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75D64B-DE3A-AB81-00C1-A561B88F9693}"/>
              </a:ext>
            </a:extLst>
          </p:cNvPr>
          <p:cNvSpPr txBox="1"/>
          <p:nvPr/>
        </p:nvSpPr>
        <p:spPr>
          <a:xfrm>
            <a:off x="6284687" y="1203827"/>
            <a:ext cx="36866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*** Mission Commands ***</a:t>
            </a:r>
          </a:p>
          <a:p>
            <a:r>
              <a:rPr lang="ko-KR" altLang="en-US" b="1" dirty="0">
                <a:solidFill>
                  <a:srgbClr val="FF0000"/>
                </a:solidFill>
              </a:rPr>
              <a:t>내용 너무 많아서 넘김 </a:t>
            </a:r>
          </a:p>
        </p:txBody>
      </p:sp>
    </p:spTree>
    <p:extLst>
      <p:ext uri="{BB962C8B-B14F-4D97-AF65-F5344CB8AC3E}">
        <p14:creationId xmlns:p14="http://schemas.microsoft.com/office/powerpoint/2010/main" val="9428088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CC2EA-DC27-D79E-5FB3-C0AA6C4B8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705029-0D3A-9D27-E399-CFC9125D1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-145238"/>
            <a:ext cx="10515600" cy="1325563"/>
          </a:xfrm>
        </p:spPr>
        <p:txBody>
          <a:bodyPr/>
          <a:lstStyle/>
          <a:p>
            <a:r>
              <a:rPr lang="en-US" altLang="ko-KR" b="1" dirty="0"/>
              <a:t>Takeoff Mode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C37802-AFEF-B221-F508-A4B88B550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204" y="1180324"/>
            <a:ext cx="12176052" cy="5943489"/>
          </a:xfrm>
        </p:spPr>
        <p:txBody>
          <a:bodyPr/>
          <a:lstStyle/>
          <a:p>
            <a:r>
              <a:rPr lang="ko-KR" altLang="en-US" b="1" dirty="0"/>
              <a:t>수직 이륙 후 </a:t>
            </a:r>
            <a:r>
              <a:rPr lang="en-US" altLang="ko-KR" b="1" dirty="0"/>
              <a:t>Hold Mode</a:t>
            </a:r>
            <a:r>
              <a:rPr lang="ko-KR" altLang="en-US" b="1" dirty="0"/>
              <a:t>로 전환됨 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b="1" dirty="0"/>
              <a:t>작동 순서 </a:t>
            </a:r>
            <a:endParaRPr lang="en-US" altLang="ko-KR" b="1" dirty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b="1" dirty="0"/>
              <a:t>시동</a:t>
            </a:r>
            <a:r>
              <a:rPr lang="en-US" altLang="ko-KR" b="1" dirty="0"/>
              <a:t>: </a:t>
            </a:r>
            <a:r>
              <a:rPr lang="ko-KR" altLang="en-US" b="1" dirty="0"/>
              <a:t>모터 </a:t>
            </a:r>
            <a:r>
              <a:rPr lang="ko-KR" altLang="en-US" b="1" dirty="0" err="1"/>
              <a:t>켜짐</a:t>
            </a:r>
            <a:endParaRPr lang="en-US" altLang="ko-KR" b="1" dirty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b="1" dirty="0"/>
              <a:t>수직 상승</a:t>
            </a:r>
            <a:r>
              <a:rPr lang="en-US" altLang="ko-KR" b="1" dirty="0"/>
              <a:t>: </a:t>
            </a:r>
            <a:r>
              <a:rPr lang="ko-KR" altLang="en-US" b="1" dirty="0"/>
              <a:t>설정된 이륙 고도까지 상승</a:t>
            </a:r>
            <a:endParaRPr lang="en-US" altLang="ko-KR" b="1" dirty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b="1" dirty="0"/>
              <a:t>모드 전환</a:t>
            </a:r>
            <a:r>
              <a:rPr lang="en-US" altLang="ko-KR" b="1" dirty="0"/>
              <a:t>: </a:t>
            </a:r>
            <a:r>
              <a:rPr lang="ko-KR" altLang="en-US" b="1" dirty="0"/>
              <a:t>목표 고도 도달 시 </a:t>
            </a:r>
            <a:r>
              <a:rPr lang="en-US" altLang="ko-KR" b="1" dirty="0"/>
              <a:t>Hold Mode</a:t>
            </a:r>
            <a:r>
              <a:rPr lang="ko-KR" altLang="en-US" b="1" dirty="0"/>
              <a:t>로 전환</a:t>
            </a:r>
            <a:r>
              <a:rPr lang="en-US" altLang="ko-KR" b="1" dirty="0"/>
              <a:t>, </a:t>
            </a:r>
            <a:r>
              <a:rPr lang="ko-KR" altLang="en-US" b="1" dirty="0" err="1"/>
              <a:t>호버링</a:t>
            </a:r>
            <a:r>
              <a:rPr lang="ko-KR" altLang="en-US" b="1" dirty="0"/>
              <a:t>  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8590001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8C845-E506-65A4-A0B9-F9BECBB92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8CFD63-24AD-F50E-03D9-285513B6C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12159"/>
            <a:ext cx="3984171" cy="1325563"/>
          </a:xfrm>
        </p:spPr>
        <p:txBody>
          <a:bodyPr/>
          <a:lstStyle/>
          <a:p>
            <a:r>
              <a:rPr lang="en-US" altLang="ko-KR" b="1" dirty="0"/>
              <a:t>Takeoff</a:t>
            </a:r>
            <a:r>
              <a:rPr lang="ko-KR" altLang="en-US" b="1" dirty="0"/>
              <a:t> </a:t>
            </a:r>
            <a:r>
              <a:rPr lang="en-US" altLang="ko-KR" b="1" dirty="0"/>
              <a:t>Mode</a:t>
            </a:r>
            <a:endParaRPr lang="ko-KR" altLang="en-US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4D1D644-D962-4142-33D8-D2C4317B0EF4}"/>
              </a:ext>
            </a:extLst>
          </p:cNvPr>
          <p:cNvSpPr/>
          <p:nvPr/>
        </p:nvSpPr>
        <p:spPr>
          <a:xfrm>
            <a:off x="171108" y="1089023"/>
            <a:ext cx="6824777" cy="27935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8DD292-1A4B-B736-F1DE-EB46C5721C16}"/>
              </a:ext>
            </a:extLst>
          </p:cNvPr>
          <p:cNvSpPr txBox="1"/>
          <p:nvPr/>
        </p:nvSpPr>
        <p:spPr>
          <a:xfrm>
            <a:off x="322963" y="1203827"/>
            <a:ext cx="404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/>
              <a:t>관련 파라미터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88D1022-E08D-B629-FA05-095FAA4E0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63" y="1734613"/>
            <a:ext cx="6392167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4513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762B3-6F46-1F4A-6490-326984E76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60A747-00C0-510C-82C4-29C4F668D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-145238"/>
            <a:ext cx="10515600" cy="1325563"/>
          </a:xfrm>
        </p:spPr>
        <p:txBody>
          <a:bodyPr/>
          <a:lstStyle/>
          <a:p>
            <a:r>
              <a:rPr lang="en-US" altLang="ko-KR" b="1" dirty="0"/>
              <a:t>Land Mode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6C6BD8-F34D-F79D-E4B5-546EC9274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204" y="1180324"/>
            <a:ext cx="12176052" cy="5943489"/>
          </a:xfrm>
        </p:spPr>
        <p:txBody>
          <a:bodyPr/>
          <a:lstStyle/>
          <a:p>
            <a:r>
              <a:rPr lang="ko-KR" altLang="en-US" b="1" dirty="0"/>
              <a:t>자동 착륙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b="1" dirty="0"/>
              <a:t>작동 순서 </a:t>
            </a:r>
            <a:endParaRPr lang="en-US" altLang="ko-KR" b="1" dirty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b="1" dirty="0"/>
              <a:t>현 위치</a:t>
            </a:r>
            <a:r>
              <a:rPr lang="en-US" altLang="ko-KR" b="1" dirty="0"/>
              <a:t>/</a:t>
            </a:r>
            <a:r>
              <a:rPr lang="ko-KR" altLang="en-US" b="1" dirty="0"/>
              <a:t>고도에서 수직 하강 </a:t>
            </a:r>
            <a:endParaRPr lang="en-US" altLang="ko-KR" b="1" dirty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b="1" dirty="0"/>
              <a:t>지면에 가까워지면</a:t>
            </a:r>
            <a:r>
              <a:rPr lang="en-US" altLang="ko-KR" b="1" dirty="0"/>
              <a:t>, </a:t>
            </a:r>
            <a:r>
              <a:rPr lang="ko-KR" altLang="en-US" b="1" dirty="0"/>
              <a:t>하강 속도 줄이며 착지 </a:t>
            </a:r>
            <a:endParaRPr lang="en-US" altLang="ko-KR" b="1" dirty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b="1" dirty="0"/>
              <a:t>착지 후</a:t>
            </a:r>
            <a:r>
              <a:rPr lang="en-US" altLang="ko-KR" b="1" dirty="0"/>
              <a:t>, </a:t>
            </a:r>
            <a:r>
              <a:rPr lang="ko-KR" altLang="en-US" b="1" dirty="0"/>
              <a:t>모터 자동 정지</a:t>
            </a:r>
            <a:r>
              <a:rPr lang="en-US" altLang="ko-KR" b="1" dirty="0"/>
              <a:t>, </a:t>
            </a:r>
            <a:r>
              <a:rPr lang="ko-KR" altLang="en-US" b="1" dirty="0"/>
              <a:t>비행 종료 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3143288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C2169-FD59-224D-9CA7-2F836ADF3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7A925-61FD-548F-BC83-E16F29503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12159"/>
            <a:ext cx="3984171" cy="1325563"/>
          </a:xfrm>
        </p:spPr>
        <p:txBody>
          <a:bodyPr/>
          <a:lstStyle/>
          <a:p>
            <a:r>
              <a:rPr lang="en-US" altLang="ko-KR" b="1" dirty="0"/>
              <a:t>Land</a:t>
            </a:r>
            <a:r>
              <a:rPr lang="ko-KR" altLang="en-US" b="1" dirty="0"/>
              <a:t> </a:t>
            </a:r>
            <a:r>
              <a:rPr lang="en-US" altLang="ko-KR" b="1" dirty="0"/>
              <a:t>Mode</a:t>
            </a:r>
            <a:endParaRPr lang="ko-KR" altLang="en-US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B67C362-646B-D0FF-5C17-83729BC25571}"/>
              </a:ext>
            </a:extLst>
          </p:cNvPr>
          <p:cNvSpPr/>
          <p:nvPr/>
        </p:nvSpPr>
        <p:spPr>
          <a:xfrm>
            <a:off x="171108" y="1089023"/>
            <a:ext cx="7318263" cy="32072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686957-D058-E9AE-E7A3-D7DAE0282E6C}"/>
              </a:ext>
            </a:extLst>
          </p:cNvPr>
          <p:cNvSpPr txBox="1"/>
          <p:nvPr/>
        </p:nvSpPr>
        <p:spPr>
          <a:xfrm>
            <a:off x="322963" y="1203827"/>
            <a:ext cx="404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/>
              <a:t>관련 파라미터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ACCDCB0-9CC7-8A49-E412-B57B7E5B7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52" y="1663582"/>
            <a:ext cx="6744641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6276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B32F5-3F46-7F18-8609-D39028C2F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1F1FE-6D56-E62A-3FE0-740F3C800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-145238"/>
            <a:ext cx="10515600" cy="1325563"/>
          </a:xfrm>
        </p:spPr>
        <p:txBody>
          <a:bodyPr/>
          <a:lstStyle/>
          <a:p>
            <a:r>
              <a:rPr lang="en-US" altLang="ko-KR" b="1" dirty="0"/>
              <a:t>Orbit Mode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28F966-C5DB-1C99-F630-B3F7E02BE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204" y="1180324"/>
            <a:ext cx="12176052" cy="5943489"/>
          </a:xfrm>
        </p:spPr>
        <p:txBody>
          <a:bodyPr/>
          <a:lstStyle/>
          <a:p>
            <a:r>
              <a:rPr lang="ko-KR" altLang="en-US" b="1" dirty="0"/>
              <a:t>원형 비행</a:t>
            </a:r>
            <a:r>
              <a:rPr lang="en-US" altLang="ko-KR" b="1" dirty="0"/>
              <a:t>, </a:t>
            </a:r>
            <a:r>
              <a:rPr lang="ko-KR" altLang="en-US" b="1" dirty="0"/>
              <a:t>기체의 코가</a:t>
            </a:r>
            <a:r>
              <a:rPr lang="en-US" altLang="ko-KR" b="1" dirty="0"/>
              <a:t> </a:t>
            </a:r>
            <a:r>
              <a:rPr lang="ko-KR" altLang="en-US" b="1" dirty="0"/>
              <a:t>원의 중앙을 향하도록 </a:t>
            </a:r>
            <a:r>
              <a:rPr lang="en-US" altLang="ko-KR" b="1" dirty="0"/>
              <a:t>Yaw </a:t>
            </a:r>
            <a:r>
              <a:rPr lang="ko-KR" altLang="en-US" b="1" dirty="0"/>
              <a:t>상시 유지 </a:t>
            </a:r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r>
              <a:rPr lang="en-US" altLang="ko-KR" b="1" dirty="0"/>
              <a:t>RC </a:t>
            </a:r>
            <a:r>
              <a:rPr lang="ko-KR" altLang="en-US" b="1" dirty="0"/>
              <a:t>조종은 선택적으로 궤도 반지름</a:t>
            </a:r>
            <a:r>
              <a:rPr lang="en-US" altLang="ko-KR" b="1" dirty="0"/>
              <a:t>, </a:t>
            </a:r>
            <a:r>
              <a:rPr lang="ko-KR" altLang="en-US" b="1" dirty="0"/>
              <a:t>방향</a:t>
            </a:r>
            <a:r>
              <a:rPr lang="en-US" altLang="ko-KR" b="1" dirty="0"/>
              <a:t>, </a:t>
            </a:r>
            <a:r>
              <a:rPr lang="ko-KR" altLang="en-US" b="1" dirty="0"/>
              <a:t>속도 변경 가능 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7261709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F7C81-2D01-5F2B-0C7B-F00CF3BA9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1CE00A-3CD2-E4A6-A665-BCB058316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12159"/>
            <a:ext cx="6282526" cy="1325563"/>
          </a:xfrm>
        </p:spPr>
        <p:txBody>
          <a:bodyPr/>
          <a:lstStyle/>
          <a:p>
            <a:r>
              <a:rPr lang="en-US" altLang="ko-KR" b="1" dirty="0"/>
              <a:t>Orbit</a:t>
            </a:r>
            <a:r>
              <a:rPr lang="ko-KR" altLang="en-US" b="1" dirty="0"/>
              <a:t> </a:t>
            </a:r>
            <a:r>
              <a:rPr lang="en-US" altLang="ko-KR" b="1" dirty="0"/>
              <a:t>Mode - Detail</a:t>
            </a:r>
            <a:endParaRPr lang="ko-KR" altLang="en-US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FDC5A46-CEB7-786C-EEC1-648D33FB3946}"/>
              </a:ext>
            </a:extLst>
          </p:cNvPr>
          <p:cNvSpPr/>
          <p:nvPr/>
        </p:nvSpPr>
        <p:spPr>
          <a:xfrm>
            <a:off x="2086734" y="893080"/>
            <a:ext cx="8018532" cy="30910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ㅌ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2DF422-F7B1-99C5-98D1-85A533D8D58C}"/>
              </a:ext>
            </a:extLst>
          </p:cNvPr>
          <p:cNvSpPr txBox="1"/>
          <p:nvPr/>
        </p:nvSpPr>
        <p:spPr>
          <a:xfrm>
            <a:off x="2238589" y="1007884"/>
            <a:ext cx="404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/>
              <a:t>관련 파라미터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04ABBDB-2E89-6874-A6AE-0C4E25050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517" y="1447078"/>
            <a:ext cx="7220958" cy="22101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FDC1D69-98B0-026A-9FFE-71F1646E31BB}"/>
              </a:ext>
            </a:extLst>
          </p:cNvPr>
          <p:cNvSpPr txBox="1"/>
          <p:nvPr/>
        </p:nvSpPr>
        <p:spPr>
          <a:xfrm>
            <a:off x="2220395" y="4310589"/>
            <a:ext cx="95902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/>
              <a:t>왼쪽 스틱</a:t>
            </a:r>
            <a:endParaRPr lang="en-US" altLang="ko-KR" b="1" dirty="0"/>
          </a:p>
          <a:p>
            <a:pPr marL="285750" indent="-285750">
              <a:buFontTx/>
              <a:buChar char="-"/>
            </a:pPr>
            <a:r>
              <a:rPr lang="ko-KR" altLang="en-US" b="1" dirty="0"/>
              <a:t>위</a:t>
            </a:r>
            <a:r>
              <a:rPr lang="en-US" altLang="ko-KR" b="1" dirty="0"/>
              <a:t>/</a:t>
            </a:r>
            <a:r>
              <a:rPr lang="ko-KR" altLang="en-US" b="1" dirty="0"/>
              <a:t>아래 </a:t>
            </a:r>
            <a:r>
              <a:rPr lang="en-US" altLang="ko-KR" b="1" dirty="0">
                <a:sym typeface="Wingdings" panose="05000000000000000000" pitchFamily="2" charset="2"/>
              </a:rPr>
              <a:t> </a:t>
            </a:r>
            <a:r>
              <a:rPr lang="ko-KR" altLang="en-US" b="1" dirty="0">
                <a:sym typeface="Wingdings" panose="05000000000000000000" pitchFamily="2" charset="2"/>
              </a:rPr>
              <a:t>상승</a:t>
            </a:r>
            <a:r>
              <a:rPr lang="en-US" altLang="ko-KR" b="1" dirty="0">
                <a:sym typeface="Wingdings" panose="05000000000000000000" pitchFamily="2" charset="2"/>
              </a:rPr>
              <a:t>/</a:t>
            </a:r>
            <a:r>
              <a:rPr lang="ko-KR" altLang="en-US" b="1" dirty="0">
                <a:sym typeface="Wingdings" panose="05000000000000000000" pitchFamily="2" charset="2"/>
              </a:rPr>
              <a:t>하강 속도 제어</a:t>
            </a:r>
            <a:r>
              <a:rPr lang="en-US" altLang="ko-KR" b="1" dirty="0">
                <a:sym typeface="Wingdings" panose="05000000000000000000" pitchFamily="2" charset="2"/>
              </a:rPr>
              <a:t>, </a:t>
            </a:r>
            <a:r>
              <a:rPr lang="ko-KR" altLang="en-US" b="1" dirty="0" err="1">
                <a:sym typeface="Wingdings" panose="05000000000000000000" pitchFamily="2" charset="2"/>
              </a:rPr>
              <a:t>데드존에</a:t>
            </a:r>
            <a:r>
              <a:rPr lang="ko-KR" altLang="en-US" b="1" dirty="0">
                <a:sym typeface="Wingdings" panose="05000000000000000000" pitchFamily="2" charset="2"/>
              </a:rPr>
              <a:t> 있으면 고도 잠김</a:t>
            </a:r>
            <a:endParaRPr lang="en-US" altLang="ko-KR" b="1" dirty="0"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endParaRPr lang="en-US" altLang="ko-KR" b="1" dirty="0"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endParaRPr lang="en-US" altLang="ko-KR" b="1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>
                <a:sym typeface="Wingdings" panose="05000000000000000000" pitchFamily="2" charset="2"/>
              </a:rPr>
              <a:t>오른쪽 스틱</a:t>
            </a:r>
            <a:endParaRPr lang="en-US" altLang="ko-KR" b="1" dirty="0">
              <a:sym typeface="Wingdings" panose="05000000000000000000" pitchFamily="2" charset="2"/>
            </a:endParaRPr>
          </a:p>
          <a:p>
            <a:r>
              <a:rPr lang="en-US" altLang="ko-KR" b="1" dirty="0">
                <a:sym typeface="Wingdings" panose="05000000000000000000" pitchFamily="2" charset="2"/>
              </a:rPr>
              <a:t>- </a:t>
            </a:r>
            <a:r>
              <a:rPr lang="ko-KR" altLang="en-US" b="1" dirty="0">
                <a:sym typeface="Wingdings" panose="05000000000000000000" pitchFamily="2" charset="2"/>
              </a:rPr>
              <a:t>왼</a:t>
            </a:r>
            <a:r>
              <a:rPr lang="en-US" altLang="ko-KR" b="1" dirty="0">
                <a:sym typeface="Wingdings" panose="05000000000000000000" pitchFamily="2" charset="2"/>
              </a:rPr>
              <a:t>/</a:t>
            </a:r>
            <a:r>
              <a:rPr lang="ko-KR" altLang="en-US" b="1" dirty="0">
                <a:sym typeface="Wingdings" panose="05000000000000000000" pitchFamily="2" charset="2"/>
              </a:rPr>
              <a:t>오 </a:t>
            </a:r>
            <a:r>
              <a:rPr lang="en-US" altLang="ko-KR" b="1" dirty="0">
                <a:sym typeface="Wingdings" panose="05000000000000000000" pitchFamily="2" charset="2"/>
              </a:rPr>
              <a:t> </a:t>
            </a:r>
            <a:r>
              <a:rPr lang="ko-KR" altLang="en-US" b="1" dirty="0">
                <a:sym typeface="Wingdings" panose="05000000000000000000" pitchFamily="2" charset="2"/>
              </a:rPr>
              <a:t>시계</a:t>
            </a:r>
            <a:r>
              <a:rPr lang="en-US" altLang="ko-KR" b="1" dirty="0">
                <a:sym typeface="Wingdings" panose="05000000000000000000" pitchFamily="2" charset="2"/>
              </a:rPr>
              <a:t>/</a:t>
            </a:r>
            <a:r>
              <a:rPr lang="ko-KR" altLang="en-US" b="1" dirty="0">
                <a:sym typeface="Wingdings" panose="05000000000000000000" pitchFamily="2" charset="2"/>
              </a:rPr>
              <a:t>반시계 방향으로 궤도 가속 제어</a:t>
            </a:r>
            <a:r>
              <a:rPr lang="en-US" altLang="ko-KR" b="1" dirty="0">
                <a:sym typeface="Wingdings" panose="05000000000000000000" pitchFamily="2" charset="2"/>
              </a:rPr>
              <a:t>, </a:t>
            </a:r>
            <a:r>
              <a:rPr lang="ko-KR" altLang="en-US" b="1" dirty="0" err="1">
                <a:sym typeface="Wingdings" panose="05000000000000000000" pitchFamily="2" charset="2"/>
              </a:rPr>
              <a:t>데드존은</a:t>
            </a:r>
            <a:r>
              <a:rPr lang="ko-KR" altLang="en-US" b="1" dirty="0">
                <a:sym typeface="Wingdings" panose="05000000000000000000" pitchFamily="2" charset="2"/>
              </a:rPr>
              <a:t> 현 속도 유지</a:t>
            </a:r>
            <a:endParaRPr lang="en-US" altLang="ko-KR" b="1" dirty="0">
              <a:sym typeface="Wingdings" panose="05000000000000000000" pitchFamily="2" charset="2"/>
            </a:endParaRPr>
          </a:p>
          <a:p>
            <a:r>
              <a:rPr lang="en-US" altLang="ko-KR" b="1" dirty="0">
                <a:sym typeface="Wingdings" panose="05000000000000000000" pitchFamily="2" charset="2"/>
              </a:rPr>
              <a:t>-</a:t>
            </a:r>
            <a:r>
              <a:rPr lang="ko-KR" altLang="en-US" b="1" dirty="0">
                <a:sym typeface="Wingdings" panose="05000000000000000000" pitchFamily="2" charset="2"/>
              </a:rPr>
              <a:t> 위</a:t>
            </a:r>
            <a:r>
              <a:rPr lang="en-US" altLang="ko-KR" b="1" dirty="0">
                <a:sym typeface="Wingdings" panose="05000000000000000000" pitchFamily="2" charset="2"/>
              </a:rPr>
              <a:t>/</a:t>
            </a:r>
            <a:r>
              <a:rPr lang="ko-KR" altLang="en-US" b="1" dirty="0">
                <a:sym typeface="Wingdings" panose="05000000000000000000" pitchFamily="2" charset="2"/>
              </a:rPr>
              <a:t>아래 </a:t>
            </a:r>
            <a:r>
              <a:rPr lang="en-US" altLang="ko-KR" b="1" dirty="0">
                <a:sym typeface="Wingdings" panose="05000000000000000000" pitchFamily="2" charset="2"/>
              </a:rPr>
              <a:t> </a:t>
            </a:r>
            <a:r>
              <a:rPr lang="ko-KR" altLang="en-US" b="1" dirty="0">
                <a:sym typeface="Wingdings" panose="05000000000000000000" pitchFamily="2" charset="2"/>
              </a:rPr>
              <a:t>궤도 반경</a:t>
            </a:r>
            <a:r>
              <a:rPr lang="en-US" altLang="ko-KR" b="1" dirty="0">
                <a:sym typeface="Wingdings" panose="05000000000000000000" pitchFamily="2" charset="2"/>
              </a:rPr>
              <a:t>(</a:t>
            </a:r>
            <a:r>
              <a:rPr lang="ko-KR" altLang="en-US" b="1" dirty="0">
                <a:sym typeface="Wingdings" panose="05000000000000000000" pitchFamily="2" charset="2"/>
              </a:rPr>
              <a:t>작게</a:t>
            </a:r>
            <a:r>
              <a:rPr lang="en-US" altLang="ko-KR" b="1" dirty="0">
                <a:sym typeface="Wingdings" panose="05000000000000000000" pitchFamily="2" charset="2"/>
              </a:rPr>
              <a:t>/</a:t>
            </a:r>
            <a:r>
              <a:rPr lang="ko-KR" altLang="en-US" b="1" dirty="0">
                <a:sym typeface="Wingdings" panose="05000000000000000000" pitchFamily="2" charset="2"/>
              </a:rPr>
              <a:t>크게</a:t>
            </a:r>
            <a:r>
              <a:rPr lang="en-US" altLang="ko-KR" b="1" dirty="0">
                <a:sym typeface="Wingdings" panose="05000000000000000000" pitchFamily="2" charset="2"/>
              </a:rPr>
              <a:t>) </a:t>
            </a:r>
            <a:r>
              <a:rPr lang="ko-KR" altLang="en-US" b="1" dirty="0">
                <a:sym typeface="Wingdings" panose="05000000000000000000" pitchFamily="2" charset="2"/>
              </a:rPr>
              <a:t>제어</a:t>
            </a:r>
            <a:r>
              <a:rPr lang="en-US" altLang="ko-KR" b="1" dirty="0">
                <a:sym typeface="Wingdings" panose="05000000000000000000" pitchFamily="2" charset="2"/>
              </a:rPr>
              <a:t>, </a:t>
            </a:r>
            <a:r>
              <a:rPr lang="ko-KR" altLang="en-US" b="1" dirty="0" err="1">
                <a:sym typeface="Wingdings" panose="05000000000000000000" pitchFamily="2" charset="2"/>
              </a:rPr>
              <a:t>데드존은</a:t>
            </a:r>
            <a:r>
              <a:rPr lang="ko-KR" altLang="en-US" b="1" dirty="0">
                <a:sym typeface="Wingdings" panose="05000000000000000000" pitchFamily="2" charset="2"/>
              </a:rPr>
              <a:t> 현재 반경 유지 </a:t>
            </a:r>
            <a:endParaRPr lang="ko-KR" altLang="en-US" b="1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E21D98B-DC21-EC19-47B6-74AA93EA1EF2}"/>
              </a:ext>
            </a:extLst>
          </p:cNvPr>
          <p:cNvSpPr/>
          <p:nvPr/>
        </p:nvSpPr>
        <p:spPr>
          <a:xfrm>
            <a:off x="2086734" y="4240727"/>
            <a:ext cx="8098357" cy="23163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15738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126D3-DC6B-956D-8EB2-E8DF25228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02717-8733-8ED1-8128-0091D0F6B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-145238"/>
            <a:ext cx="10515600" cy="1325563"/>
          </a:xfrm>
        </p:spPr>
        <p:txBody>
          <a:bodyPr/>
          <a:lstStyle/>
          <a:p>
            <a:r>
              <a:rPr lang="en-US" altLang="ko-KR" b="1" dirty="0"/>
              <a:t>Follow Me Mode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93CEFF-414A-D2AC-3F4B-6D81F2C0D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204" y="1180324"/>
            <a:ext cx="12176052" cy="5943489"/>
          </a:xfrm>
        </p:spPr>
        <p:txBody>
          <a:bodyPr/>
          <a:lstStyle/>
          <a:p>
            <a:r>
              <a:rPr lang="ko-KR" altLang="en-US" b="1" dirty="0"/>
              <a:t>위치 설정점을 제공하는 </a:t>
            </a:r>
            <a:r>
              <a:rPr lang="en-US" altLang="ko-KR" b="1" dirty="0"/>
              <a:t>beacon</a:t>
            </a:r>
            <a:r>
              <a:rPr lang="ko-KR" altLang="en-US" b="1" dirty="0"/>
              <a:t>을 </a:t>
            </a:r>
            <a:r>
              <a:rPr lang="ko-KR" altLang="en-US" b="1" dirty="0" err="1"/>
              <a:t>따라감</a:t>
            </a:r>
            <a:r>
              <a:rPr lang="ko-KR" altLang="en-US" b="1" dirty="0"/>
              <a:t> </a:t>
            </a:r>
            <a:endParaRPr lang="en-US" altLang="ko-KR" b="1" dirty="0"/>
          </a:p>
          <a:p>
            <a:pPr lvl="1"/>
            <a:r>
              <a:rPr lang="en-US" altLang="ko-KR" b="1" dirty="0"/>
              <a:t>Beacon: </a:t>
            </a:r>
            <a:r>
              <a:rPr lang="ko-KR" altLang="en-US" b="1" dirty="0"/>
              <a:t>스마트폰</a:t>
            </a:r>
            <a:r>
              <a:rPr lang="en-US" altLang="ko-KR" b="1" dirty="0"/>
              <a:t>, </a:t>
            </a:r>
            <a:r>
              <a:rPr lang="ko-KR" altLang="en-US" b="1" dirty="0"/>
              <a:t>전용 송신기 등</a:t>
            </a:r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RC</a:t>
            </a:r>
            <a:r>
              <a:rPr lang="ko-KR" altLang="en-US" b="1" dirty="0"/>
              <a:t> 조종은 선택적으로 따라갈 위치를 설정하는 데 사용 가능 </a:t>
            </a:r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0462507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E29B2-32BD-E211-F634-FAE58F42C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A12882-296B-5481-52EB-3E03BF23A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-212159"/>
            <a:ext cx="7511143" cy="1325563"/>
          </a:xfrm>
        </p:spPr>
        <p:txBody>
          <a:bodyPr/>
          <a:lstStyle/>
          <a:p>
            <a:r>
              <a:rPr lang="en-US" altLang="ko-KR" b="1" dirty="0"/>
              <a:t>Follow</a:t>
            </a:r>
            <a:r>
              <a:rPr lang="ko-KR" altLang="en-US" b="1" dirty="0"/>
              <a:t> </a:t>
            </a:r>
            <a:r>
              <a:rPr lang="en-US" altLang="ko-KR" b="1" dirty="0"/>
              <a:t>Me Mode - Detail</a:t>
            </a:r>
            <a:endParaRPr lang="ko-KR" altLang="en-US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37B3737-5722-7B49-FC5B-E0F07D6706CA}"/>
              </a:ext>
            </a:extLst>
          </p:cNvPr>
          <p:cNvSpPr/>
          <p:nvPr/>
        </p:nvSpPr>
        <p:spPr>
          <a:xfrm>
            <a:off x="250677" y="936623"/>
            <a:ext cx="7555078" cy="57472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ㅌ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492A0C-DBF6-4466-18D1-9DB3E6134946}"/>
              </a:ext>
            </a:extLst>
          </p:cNvPr>
          <p:cNvSpPr txBox="1"/>
          <p:nvPr/>
        </p:nvSpPr>
        <p:spPr>
          <a:xfrm>
            <a:off x="402531" y="1051427"/>
            <a:ext cx="404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/>
              <a:t>관련 파라미터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F7C90EB-94EF-0517-5EF4-99504F215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51" y="1420759"/>
            <a:ext cx="7282783" cy="48021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D90725-8109-E761-9D27-91793ABF981A}"/>
              </a:ext>
            </a:extLst>
          </p:cNvPr>
          <p:cNvSpPr txBox="1"/>
          <p:nvPr/>
        </p:nvSpPr>
        <p:spPr>
          <a:xfrm>
            <a:off x="8017829" y="1113404"/>
            <a:ext cx="40439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>
                <a:solidFill>
                  <a:srgbClr val="FF0000"/>
                </a:solidFill>
              </a:rPr>
              <a:t>Warning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라디오</a:t>
            </a: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, </a:t>
            </a:r>
            <a:r>
              <a:rPr lang="ko-KR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안드로이드 기기 격리</a:t>
            </a:r>
            <a:endParaRPr lang="en-US" altLang="ko-KR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안드로이드용 </a:t>
            </a: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QGC</a:t>
            </a:r>
            <a:r>
              <a:rPr lang="ko-KR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 오류 발생 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1878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8B908-6790-0730-BAB0-6A3B7B3BE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69FC69-543C-F7ED-E34E-653C2F5F4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-145238"/>
            <a:ext cx="10515600" cy="1325563"/>
          </a:xfrm>
        </p:spPr>
        <p:txBody>
          <a:bodyPr/>
          <a:lstStyle/>
          <a:p>
            <a:r>
              <a:rPr lang="en-US" altLang="ko-KR" b="1" dirty="0"/>
              <a:t>Offboard Mode(</a:t>
            </a:r>
            <a:r>
              <a:rPr lang="ko-KR" altLang="en-US" b="1" dirty="0"/>
              <a:t>외부</a:t>
            </a:r>
            <a:r>
              <a:rPr lang="en-US" altLang="ko-KR" b="1" dirty="0"/>
              <a:t> </a:t>
            </a:r>
            <a:r>
              <a:rPr lang="ko-KR" altLang="en-US" b="1" dirty="0"/>
              <a:t>제어 모드</a:t>
            </a:r>
            <a:r>
              <a:rPr lang="en-US" altLang="ko-KR" b="1" dirty="0"/>
              <a:t>)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587FD7-F0CD-F932-D9BA-183E7028E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204" y="1180324"/>
            <a:ext cx="12176052" cy="5943489"/>
          </a:xfrm>
        </p:spPr>
        <p:txBody>
          <a:bodyPr/>
          <a:lstStyle/>
          <a:p>
            <a:r>
              <a:rPr lang="ko-KR" altLang="en-US" b="1" dirty="0"/>
              <a:t>기체가 </a:t>
            </a:r>
            <a:r>
              <a:rPr lang="en-US" altLang="ko-KR" b="1" dirty="0" err="1"/>
              <a:t>MAVLink</a:t>
            </a:r>
            <a:r>
              <a:rPr lang="en-US" altLang="ko-KR" b="1" dirty="0"/>
              <a:t> or ROS 2</a:t>
            </a:r>
            <a:r>
              <a:rPr lang="ko-KR" altLang="en-US" b="1" dirty="0"/>
              <a:t>를 통해 제공되는 위치</a:t>
            </a:r>
            <a:r>
              <a:rPr lang="en-US" altLang="ko-KR" b="1" dirty="0"/>
              <a:t>, </a:t>
            </a:r>
            <a:r>
              <a:rPr lang="ko-KR" altLang="en-US" b="1" dirty="0"/>
              <a:t>속도</a:t>
            </a:r>
            <a:r>
              <a:rPr lang="en-US" altLang="ko-KR" b="1" dirty="0"/>
              <a:t>, </a:t>
            </a:r>
            <a:r>
              <a:rPr lang="ko-KR" altLang="en-US" b="1" dirty="0"/>
              <a:t>자세 설정점을 따름 </a:t>
            </a:r>
            <a:endParaRPr lang="en-US" altLang="ko-KR" b="1" dirty="0"/>
          </a:p>
          <a:p>
            <a:pPr marL="0" indent="0">
              <a:buNone/>
            </a:pPr>
            <a:r>
              <a:rPr lang="en-US" altLang="ko-KR" b="1" dirty="0">
                <a:sym typeface="Wingdings" panose="05000000000000000000" pitchFamily="2" charset="2"/>
              </a:rPr>
              <a:t> </a:t>
            </a:r>
            <a:r>
              <a:rPr lang="ko-KR" altLang="en-US" b="1" dirty="0">
                <a:sym typeface="Wingdings" panose="05000000000000000000" pitchFamily="2" charset="2"/>
              </a:rPr>
              <a:t>즉</a:t>
            </a:r>
            <a:r>
              <a:rPr lang="en-US" altLang="ko-KR" b="1" dirty="0">
                <a:sym typeface="Wingdings" panose="05000000000000000000" pitchFamily="2" charset="2"/>
              </a:rPr>
              <a:t>, </a:t>
            </a:r>
            <a:r>
              <a:rPr lang="ko-KR" altLang="en-US" b="1" dirty="0">
                <a:sym typeface="Wingdings" panose="05000000000000000000" pitchFamily="2" charset="2"/>
              </a:rPr>
              <a:t>외부 컴퓨터에서 제어함 </a:t>
            </a:r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RC</a:t>
            </a:r>
            <a:r>
              <a:rPr lang="ko-KR" altLang="en-US" b="1" dirty="0"/>
              <a:t> 조종은 선택적으로 따라갈 위치를 설정하는 데 사용 가능 </a:t>
            </a:r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9738898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C79F3-1D0B-E22B-5C7C-738BB26A5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91E466-A87C-6589-7BDE-65E11594D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-212159"/>
            <a:ext cx="7511143" cy="1325563"/>
          </a:xfrm>
        </p:spPr>
        <p:txBody>
          <a:bodyPr/>
          <a:lstStyle/>
          <a:p>
            <a:r>
              <a:rPr lang="en-US" altLang="ko-KR" b="1" dirty="0"/>
              <a:t>Offboard Mode – Detail1 </a:t>
            </a:r>
            <a:endParaRPr lang="ko-KR" altLang="en-US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EB0ECF2-8294-CE3B-0F95-942129A52E7D}"/>
              </a:ext>
            </a:extLst>
          </p:cNvPr>
          <p:cNvSpPr/>
          <p:nvPr/>
        </p:nvSpPr>
        <p:spPr>
          <a:xfrm>
            <a:off x="250676" y="936623"/>
            <a:ext cx="11738124" cy="57472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0F5681-3528-4381-EA23-37B027A749D0}"/>
              </a:ext>
            </a:extLst>
          </p:cNvPr>
          <p:cNvSpPr txBox="1"/>
          <p:nvPr/>
        </p:nvSpPr>
        <p:spPr>
          <a:xfrm>
            <a:off x="315990" y="1058684"/>
            <a:ext cx="404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err="1"/>
              <a:t>MAVLink</a:t>
            </a:r>
            <a:r>
              <a:rPr lang="en-US" altLang="ko-KR" b="1" dirty="0"/>
              <a:t> </a:t>
            </a:r>
            <a:r>
              <a:rPr lang="en-US" altLang="ko-KR" b="1" dirty="0">
                <a:sym typeface="Wingdings" panose="05000000000000000000" pitchFamily="2" charset="2"/>
              </a:rPr>
              <a:t>vs ROS 2 </a:t>
            </a:r>
            <a:r>
              <a:rPr lang="ko-KR" altLang="en-US" b="1" dirty="0">
                <a:sym typeface="Wingdings" panose="05000000000000000000" pitchFamily="2" charset="2"/>
              </a:rPr>
              <a:t>차이점 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BCA772-EAF3-2952-0277-665C46842660}"/>
              </a:ext>
            </a:extLst>
          </p:cNvPr>
          <p:cNvSpPr txBox="1"/>
          <p:nvPr/>
        </p:nvSpPr>
        <p:spPr>
          <a:xfrm>
            <a:off x="351732" y="1535563"/>
            <a:ext cx="56862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b="1" dirty="0" err="1"/>
              <a:t>MAVLink</a:t>
            </a:r>
            <a:r>
              <a:rPr lang="en-US" altLang="ko-KR" b="1" dirty="0"/>
              <a:t>: alive </a:t>
            </a:r>
            <a:r>
              <a:rPr lang="ko-KR" altLang="en-US" b="1" dirty="0"/>
              <a:t>신호 </a:t>
            </a:r>
            <a:r>
              <a:rPr lang="en-US" altLang="ko-KR" b="1" dirty="0"/>
              <a:t>&amp; </a:t>
            </a:r>
            <a:r>
              <a:rPr lang="ko-KR" altLang="en-US" b="1" dirty="0"/>
              <a:t>이동 명령을 한번에 보냄</a:t>
            </a:r>
            <a:r>
              <a:rPr lang="en-US" altLang="ko-KR" b="1" dirty="0"/>
              <a:t>	</a:t>
            </a:r>
          </a:p>
          <a:p>
            <a:pPr marL="285750" indent="-285750">
              <a:buFontTx/>
              <a:buChar char="-"/>
            </a:pPr>
            <a:r>
              <a:rPr lang="en-US" altLang="ko-KR" b="1" dirty="0"/>
              <a:t>ROS 2: alive </a:t>
            </a:r>
            <a:r>
              <a:rPr lang="ko-KR" altLang="en-US" b="1" dirty="0"/>
              <a:t>신호 </a:t>
            </a:r>
            <a:r>
              <a:rPr lang="en-US" altLang="ko-KR" b="1" dirty="0"/>
              <a:t>&amp; </a:t>
            </a:r>
            <a:r>
              <a:rPr lang="ko-KR" altLang="en-US" b="1" dirty="0"/>
              <a:t>이동 명령을  분리해서 보냄</a:t>
            </a:r>
            <a:endParaRPr lang="en-US" altLang="ko-KR" b="1" dirty="0"/>
          </a:p>
          <a:p>
            <a:r>
              <a:rPr lang="en-US" altLang="ko-KR" b="1" dirty="0"/>
              <a:t>* alive </a:t>
            </a:r>
            <a:r>
              <a:rPr lang="ko-KR" altLang="en-US" b="1" dirty="0"/>
              <a:t>신호는 </a:t>
            </a:r>
            <a:r>
              <a:rPr lang="en-US" altLang="ko-KR" b="1" dirty="0"/>
              <a:t>2Hz </a:t>
            </a:r>
            <a:r>
              <a:rPr lang="ko-KR" altLang="en-US" b="1" dirty="0"/>
              <a:t>이상으로 계속 보내야 함  </a:t>
            </a:r>
          </a:p>
        </p:txBody>
      </p:sp>
    </p:spTree>
    <p:extLst>
      <p:ext uri="{BB962C8B-B14F-4D97-AF65-F5344CB8AC3E}">
        <p14:creationId xmlns:p14="http://schemas.microsoft.com/office/powerpoint/2010/main" val="26187332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20C9C-EC6E-711B-CF07-FA5BDD390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44A097-E93F-86AF-156D-BDF969B63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-212159"/>
            <a:ext cx="7511143" cy="1325563"/>
          </a:xfrm>
        </p:spPr>
        <p:txBody>
          <a:bodyPr/>
          <a:lstStyle/>
          <a:p>
            <a:r>
              <a:rPr lang="en-US" altLang="ko-KR" b="1" dirty="0"/>
              <a:t>Offboard Mode – Detail2</a:t>
            </a:r>
            <a:endParaRPr lang="ko-KR" altLang="en-US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A4E5C13-CEB4-2783-6CEC-BA9148846F6E}"/>
              </a:ext>
            </a:extLst>
          </p:cNvPr>
          <p:cNvSpPr/>
          <p:nvPr/>
        </p:nvSpPr>
        <p:spPr>
          <a:xfrm>
            <a:off x="250676" y="936623"/>
            <a:ext cx="11738124" cy="57472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B6328F-F3D2-8804-5107-A3DFFA1CAD6E}"/>
              </a:ext>
            </a:extLst>
          </p:cNvPr>
          <p:cNvSpPr txBox="1"/>
          <p:nvPr/>
        </p:nvSpPr>
        <p:spPr>
          <a:xfrm>
            <a:off x="315990" y="1058684"/>
            <a:ext cx="404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err="1"/>
              <a:t>MAVLink</a:t>
            </a:r>
            <a:r>
              <a:rPr lang="en-US" altLang="ko-KR" b="1" dirty="0"/>
              <a:t> </a:t>
            </a:r>
            <a:r>
              <a:rPr lang="en-US" altLang="ko-KR" b="1" dirty="0">
                <a:sym typeface="Wingdings" panose="05000000000000000000" pitchFamily="2" charset="2"/>
              </a:rPr>
              <a:t>vs ROS 2 </a:t>
            </a:r>
            <a:r>
              <a:rPr lang="ko-KR" altLang="en-US" b="1" dirty="0">
                <a:sym typeface="Wingdings" panose="05000000000000000000" pitchFamily="2" charset="2"/>
              </a:rPr>
              <a:t>차이점 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D3C30D-1986-4E95-5573-7A08F59195BD}"/>
              </a:ext>
            </a:extLst>
          </p:cNvPr>
          <p:cNvSpPr txBox="1"/>
          <p:nvPr/>
        </p:nvSpPr>
        <p:spPr>
          <a:xfrm>
            <a:off x="351732" y="1535563"/>
            <a:ext cx="56862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b="1" dirty="0" err="1"/>
              <a:t>MAVLink</a:t>
            </a:r>
            <a:r>
              <a:rPr lang="en-US" altLang="ko-KR" b="1" dirty="0"/>
              <a:t>: alive </a:t>
            </a:r>
            <a:r>
              <a:rPr lang="ko-KR" altLang="en-US" b="1" dirty="0"/>
              <a:t>신호 </a:t>
            </a:r>
            <a:r>
              <a:rPr lang="en-US" altLang="ko-KR" b="1" dirty="0"/>
              <a:t>&amp; </a:t>
            </a:r>
            <a:r>
              <a:rPr lang="ko-KR" altLang="en-US" b="1" dirty="0"/>
              <a:t>이동 명령을 한번에 보냄</a:t>
            </a:r>
            <a:r>
              <a:rPr lang="en-US" altLang="ko-KR" b="1" dirty="0"/>
              <a:t>	</a:t>
            </a:r>
          </a:p>
          <a:p>
            <a:pPr marL="285750" indent="-285750">
              <a:buFontTx/>
              <a:buChar char="-"/>
            </a:pPr>
            <a:r>
              <a:rPr lang="en-US" altLang="ko-KR" b="1" dirty="0"/>
              <a:t>ROS 2: alive </a:t>
            </a:r>
            <a:r>
              <a:rPr lang="ko-KR" altLang="en-US" b="1" dirty="0"/>
              <a:t>신호 </a:t>
            </a:r>
            <a:r>
              <a:rPr lang="en-US" altLang="ko-KR" b="1" dirty="0"/>
              <a:t>&amp; </a:t>
            </a:r>
            <a:r>
              <a:rPr lang="ko-KR" altLang="en-US" b="1" dirty="0"/>
              <a:t>이동 명령을  분리해서 보냄</a:t>
            </a:r>
            <a:endParaRPr lang="en-US" altLang="ko-KR" b="1" dirty="0"/>
          </a:p>
          <a:p>
            <a:r>
              <a:rPr lang="en-US" altLang="ko-KR" b="1" dirty="0"/>
              <a:t>* alive </a:t>
            </a:r>
            <a:r>
              <a:rPr lang="ko-KR" altLang="en-US" b="1" dirty="0"/>
              <a:t>신호는 </a:t>
            </a:r>
            <a:r>
              <a:rPr lang="en-US" altLang="ko-KR" b="1" dirty="0"/>
              <a:t>2Hz </a:t>
            </a:r>
            <a:r>
              <a:rPr lang="ko-KR" altLang="en-US" b="1" dirty="0"/>
              <a:t>이상으로 계속 보내야 함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E45313-5EA2-FA3A-E90D-EA7CE602023E}"/>
              </a:ext>
            </a:extLst>
          </p:cNvPr>
          <p:cNvSpPr txBox="1"/>
          <p:nvPr/>
        </p:nvSpPr>
        <p:spPr>
          <a:xfrm>
            <a:off x="315990" y="2621268"/>
            <a:ext cx="404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>
                <a:sym typeface="Wingdings" panose="05000000000000000000" pitchFamily="2" charset="2"/>
              </a:rPr>
              <a:t>ROS2 </a:t>
            </a:r>
            <a:r>
              <a:rPr lang="ko-KR" altLang="en-US" b="1" dirty="0">
                <a:sym typeface="Wingdings" panose="05000000000000000000" pitchFamily="2" charset="2"/>
              </a:rPr>
              <a:t>제어 모드 설정 방법  </a:t>
            </a:r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CF5CFF-1ABC-6C7E-1F46-3725292F9C67}"/>
              </a:ext>
            </a:extLst>
          </p:cNvPr>
          <p:cNvSpPr txBox="1"/>
          <p:nvPr/>
        </p:nvSpPr>
        <p:spPr>
          <a:xfrm>
            <a:off x="351732" y="2990600"/>
            <a:ext cx="102300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b="1" dirty="0"/>
              <a:t>우선순위</a:t>
            </a:r>
            <a:r>
              <a:rPr lang="en-US" altLang="ko-KR" b="1" dirty="0"/>
              <a:t>: </a:t>
            </a:r>
            <a:r>
              <a:rPr lang="ko-KR" altLang="en-US" b="1" dirty="0"/>
              <a:t>위치</a:t>
            </a:r>
            <a:r>
              <a:rPr lang="en-US" altLang="ko-KR" b="1" dirty="0"/>
              <a:t>&gt;</a:t>
            </a:r>
            <a:r>
              <a:rPr lang="ko-KR" altLang="en-US" b="1" dirty="0"/>
              <a:t>속도</a:t>
            </a:r>
            <a:r>
              <a:rPr lang="en-US" altLang="ko-KR" b="1" dirty="0"/>
              <a:t>&gt;</a:t>
            </a:r>
            <a:r>
              <a:rPr lang="ko-KR" altLang="en-US" b="1" dirty="0"/>
              <a:t>가속도</a:t>
            </a:r>
            <a:r>
              <a:rPr lang="en-US" altLang="ko-KR" b="1" dirty="0"/>
              <a:t>&gt; </a:t>
            </a:r>
            <a:r>
              <a:rPr lang="ko-KR" altLang="en-US" b="1" dirty="0"/>
              <a:t>고도 순 </a:t>
            </a:r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 err="1"/>
              <a:t>OffboardControlMode</a:t>
            </a:r>
            <a:r>
              <a:rPr lang="en-US" altLang="ko-KR" dirty="0"/>
              <a:t> </a:t>
            </a:r>
            <a:r>
              <a:rPr lang="ko-KR" altLang="en-US" dirty="0"/>
              <a:t>메시지를 받았을 때</a:t>
            </a:r>
            <a:r>
              <a:rPr lang="en-US" altLang="ko-KR" dirty="0"/>
              <a:t>, 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b="1" dirty="0"/>
              <a:t>우선순위에 따라 가장 먼저 </a:t>
            </a:r>
            <a:r>
              <a:rPr lang="en-US" altLang="ko-KR" b="1" dirty="0"/>
              <a:t>true</a:t>
            </a:r>
            <a:r>
              <a:rPr lang="ko-KR" altLang="en-US" b="1" dirty="0"/>
              <a:t>로 선언된 필드를 기준으로 제어 모드 작동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DD4832-6C98-5672-CED8-E252B0CF6D73}"/>
              </a:ext>
            </a:extLst>
          </p:cNvPr>
          <p:cNvSpPr txBox="1"/>
          <p:nvPr/>
        </p:nvSpPr>
        <p:spPr>
          <a:xfrm>
            <a:off x="351732" y="4076305"/>
            <a:ext cx="404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>
                <a:sym typeface="Wingdings" panose="05000000000000000000" pitchFamily="2" charset="2"/>
              </a:rPr>
              <a:t>Copter Main </a:t>
            </a:r>
            <a:r>
              <a:rPr lang="ko-KR" altLang="en-US" b="1" dirty="0">
                <a:sym typeface="Wingdings" panose="05000000000000000000" pitchFamily="2" charset="2"/>
              </a:rPr>
              <a:t>메시지  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31F656-6E36-1E56-B9C1-DFA9BE47D0FE}"/>
              </a:ext>
            </a:extLst>
          </p:cNvPr>
          <p:cNvSpPr txBox="1"/>
          <p:nvPr/>
        </p:nvSpPr>
        <p:spPr>
          <a:xfrm>
            <a:off x="351732" y="4512870"/>
            <a:ext cx="102300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b="1" dirty="0"/>
              <a:t>px4_msgs::msg::</a:t>
            </a:r>
            <a:r>
              <a:rPr lang="en-US" altLang="ko-KR" b="1" dirty="0" err="1"/>
              <a:t>TragectorySetpoint</a:t>
            </a:r>
            <a:r>
              <a:rPr lang="en-US" altLang="ko-KR" b="1" dirty="0"/>
              <a:t>: </a:t>
            </a:r>
            <a:r>
              <a:rPr lang="ko-KR" altLang="en-US" b="1" dirty="0"/>
              <a:t>궤적 </a:t>
            </a:r>
            <a:r>
              <a:rPr lang="ko-KR" altLang="en-US" b="1" dirty="0" err="1"/>
              <a:t>설정값</a:t>
            </a:r>
            <a:r>
              <a:rPr lang="ko-KR" altLang="en-US" b="1" dirty="0"/>
              <a:t> </a:t>
            </a:r>
            <a:r>
              <a:rPr lang="en-US" altLang="ko-KR" b="1" dirty="0">
                <a:sym typeface="Wingdings" panose="05000000000000000000" pitchFamily="2" charset="2"/>
              </a:rPr>
              <a:t> </a:t>
            </a:r>
            <a:r>
              <a:rPr lang="ko-KR" altLang="en-US" b="1" dirty="0">
                <a:sym typeface="Wingdings" panose="05000000000000000000" pitchFamily="2" charset="2"/>
              </a:rPr>
              <a:t>위치</a:t>
            </a:r>
            <a:r>
              <a:rPr lang="en-US" altLang="ko-KR" b="1" dirty="0">
                <a:sym typeface="Wingdings" panose="05000000000000000000" pitchFamily="2" charset="2"/>
              </a:rPr>
              <a:t>,</a:t>
            </a:r>
            <a:r>
              <a:rPr lang="ko-KR" altLang="en-US" b="1" dirty="0">
                <a:sym typeface="Wingdings" panose="05000000000000000000" pitchFamily="2" charset="2"/>
              </a:rPr>
              <a:t>속도</a:t>
            </a:r>
            <a:r>
              <a:rPr lang="en-US" altLang="ko-KR" b="1" dirty="0">
                <a:sym typeface="Wingdings" panose="05000000000000000000" pitchFamily="2" charset="2"/>
              </a:rPr>
              <a:t>,</a:t>
            </a:r>
            <a:r>
              <a:rPr lang="ko-KR" altLang="en-US" b="1" dirty="0">
                <a:sym typeface="Wingdings" panose="05000000000000000000" pitchFamily="2" charset="2"/>
              </a:rPr>
              <a:t>가속도 제어 조합 가능</a:t>
            </a:r>
            <a:endParaRPr lang="en-US" altLang="ko-KR" b="1" dirty="0"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en-US" altLang="ko-KR" b="1" dirty="0"/>
              <a:t>px4_msgs::msg::</a:t>
            </a:r>
            <a:r>
              <a:rPr lang="en-US" altLang="ko-KR" b="1" dirty="0" err="1"/>
              <a:t>VehicleAttitudeSetpoint</a:t>
            </a:r>
            <a:r>
              <a:rPr lang="en-US" altLang="ko-KR" b="1" dirty="0"/>
              <a:t>: </a:t>
            </a:r>
            <a:r>
              <a:rPr lang="ko-KR" altLang="en-US" b="1" dirty="0"/>
              <a:t>기체 자세 </a:t>
            </a:r>
            <a:r>
              <a:rPr lang="ko-KR" altLang="en-US" b="1" dirty="0" err="1"/>
              <a:t>설정값</a:t>
            </a:r>
            <a:endParaRPr lang="en-US" altLang="ko-KR" b="1" dirty="0"/>
          </a:p>
          <a:p>
            <a:pPr marL="285750" indent="-285750">
              <a:buFontTx/>
              <a:buChar char="-"/>
            </a:pPr>
            <a:r>
              <a:rPr lang="en-US" altLang="ko-KR" b="1" dirty="0"/>
              <a:t>px4_msgs::msg::</a:t>
            </a:r>
            <a:r>
              <a:rPr lang="en-US" altLang="ko-KR" b="1" dirty="0" err="1"/>
              <a:t>VehicleRatesSetpoint</a:t>
            </a:r>
            <a:r>
              <a:rPr lang="en-US" altLang="ko-KR" b="1" dirty="0"/>
              <a:t>: </a:t>
            </a:r>
            <a:r>
              <a:rPr lang="ko-KR" altLang="en-US" b="1" dirty="0"/>
              <a:t>기체 각속도 </a:t>
            </a:r>
            <a:r>
              <a:rPr lang="ko-KR" altLang="en-US" b="1" dirty="0" err="1"/>
              <a:t>설정값</a:t>
            </a:r>
            <a:r>
              <a:rPr lang="ko-KR" alt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320945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891D8-2281-041F-41F2-74AAE2127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D9F4F4-CA88-ABC5-C50E-E9E1981B5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-212159"/>
            <a:ext cx="7511143" cy="1325563"/>
          </a:xfrm>
        </p:spPr>
        <p:txBody>
          <a:bodyPr/>
          <a:lstStyle/>
          <a:p>
            <a:r>
              <a:rPr lang="en-US" altLang="ko-KR" b="1" dirty="0"/>
              <a:t>Offboard Mode – Detail3</a:t>
            </a:r>
            <a:endParaRPr lang="ko-KR" altLang="en-US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5CD2AD6-D508-63C9-D9B2-2A6D32F81239}"/>
              </a:ext>
            </a:extLst>
          </p:cNvPr>
          <p:cNvSpPr/>
          <p:nvPr/>
        </p:nvSpPr>
        <p:spPr>
          <a:xfrm>
            <a:off x="250676" y="936623"/>
            <a:ext cx="11738124" cy="57472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83B88A-B41F-DAB7-2D59-9AEB205187B9}"/>
              </a:ext>
            </a:extLst>
          </p:cNvPr>
          <p:cNvSpPr txBox="1"/>
          <p:nvPr/>
        </p:nvSpPr>
        <p:spPr>
          <a:xfrm>
            <a:off x="315990" y="1058684"/>
            <a:ext cx="404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err="1">
                <a:sym typeface="Wingdings" panose="05000000000000000000" pitchFamily="2" charset="2"/>
              </a:rPr>
              <a:t>MAVLink</a:t>
            </a:r>
            <a:r>
              <a:rPr lang="en-US" altLang="ko-KR" b="1" dirty="0">
                <a:sym typeface="Wingdings" panose="05000000000000000000" pitchFamily="2" charset="2"/>
              </a:rPr>
              <a:t> </a:t>
            </a:r>
            <a:r>
              <a:rPr lang="ko-KR" altLang="en-US" b="1" dirty="0">
                <a:sym typeface="Wingdings" panose="05000000000000000000" pitchFamily="2" charset="2"/>
              </a:rPr>
              <a:t>이용 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A8BDCF-DECE-C39A-7A47-EB2B875A468B}"/>
              </a:ext>
            </a:extLst>
          </p:cNvPr>
          <p:cNvSpPr txBox="1"/>
          <p:nvPr/>
        </p:nvSpPr>
        <p:spPr>
          <a:xfrm>
            <a:off x="351732" y="1535563"/>
            <a:ext cx="110681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b="1" dirty="0"/>
              <a:t>SET_POSITION_TARGET_LOCAL_NED </a:t>
            </a:r>
            <a:r>
              <a:rPr lang="en-US" altLang="ko-KR" b="1" dirty="0">
                <a:sym typeface="Wingdings" panose="05000000000000000000" pitchFamily="2" charset="2"/>
              </a:rPr>
              <a:t> </a:t>
            </a:r>
            <a:r>
              <a:rPr lang="ko-KR" altLang="en-US" b="1" dirty="0">
                <a:sym typeface="Wingdings" panose="05000000000000000000" pitchFamily="2" charset="2"/>
              </a:rPr>
              <a:t>로컬 </a:t>
            </a:r>
            <a:r>
              <a:rPr lang="en-US" altLang="ko-KR" b="1" dirty="0">
                <a:sym typeface="Wingdings" panose="05000000000000000000" pitchFamily="2" charset="2"/>
              </a:rPr>
              <a:t>NED </a:t>
            </a:r>
            <a:r>
              <a:rPr lang="ko-KR" altLang="en-US" b="1" dirty="0">
                <a:sym typeface="Wingdings" panose="05000000000000000000" pitchFamily="2" charset="2"/>
              </a:rPr>
              <a:t>좌표계</a:t>
            </a:r>
            <a:r>
              <a:rPr lang="en-US" altLang="ko-KR" b="1" dirty="0">
                <a:sym typeface="Wingdings" panose="05000000000000000000" pitchFamily="2" charset="2"/>
              </a:rPr>
              <a:t>(</a:t>
            </a:r>
            <a:r>
              <a:rPr lang="ko-KR" altLang="en-US" b="1" dirty="0" err="1">
                <a:sym typeface="Wingdings" panose="05000000000000000000" pitchFamily="2" charset="2"/>
              </a:rPr>
              <a:t>드론의</a:t>
            </a:r>
            <a:r>
              <a:rPr lang="ko-KR" altLang="en-US" b="1" dirty="0">
                <a:sym typeface="Wingdings" panose="05000000000000000000" pitchFamily="2" charset="2"/>
              </a:rPr>
              <a:t> 이륙 지점 기준</a:t>
            </a:r>
            <a:r>
              <a:rPr lang="en-US" altLang="ko-KR" b="1" dirty="0">
                <a:sym typeface="Wingdings" panose="05000000000000000000" pitchFamily="2" charset="2"/>
              </a:rPr>
              <a:t>)</a:t>
            </a:r>
            <a:r>
              <a:rPr lang="ko-KR" altLang="en-US" b="1" dirty="0">
                <a:sym typeface="Wingdings" panose="05000000000000000000" pitchFamily="2" charset="2"/>
              </a:rPr>
              <a:t> 사용하여 제어</a:t>
            </a:r>
            <a:endParaRPr lang="en-US" altLang="ko-KR" b="1" dirty="0"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en-US" altLang="ko-KR" b="1" dirty="0"/>
              <a:t>SET_POSITION_TARGET_GLOBAL_INT </a:t>
            </a:r>
            <a:r>
              <a:rPr lang="en-US" altLang="ko-KR" b="1" dirty="0">
                <a:sym typeface="Wingdings" panose="05000000000000000000" pitchFamily="2" charset="2"/>
              </a:rPr>
              <a:t> </a:t>
            </a:r>
            <a:r>
              <a:rPr lang="ko-KR" altLang="en-US" b="1" dirty="0">
                <a:sym typeface="Wingdings" panose="05000000000000000000" pitchFamily="2" charset="2"/>
              </a:rPr>
              <a:t>글로벌 좌표계</a:t>
            </a:r>
            <a:r>
              <a:rPr lang="en-US" altLang="ko-KR" b="1" dirty="0">
                <a:sym typeface="Wingdings" panose="05000000000000000000" pitchFamily="2" charset="2"/>
              </a:rPr>
              <a:t>(GPS </a:t>
            </a:r>
            <a:r>
              <a:rPr lang="ko-KR" altLang="en-US" b="1" dirty="0">
                <a:sym typeface="Wingdings" panose="05000000000000000000" pitchFamily="2" charset="2"/>
              </a:rPr>
              <a:t>위도</a:t>
            </a:r>
            <a:r>
              <a:rPr lang="en-US" altLang="ko-KR" b="1" dirty="0">
                <a:sym typeface="Wingdings" panose="05000000000000000000" pitchFamily="2" charset="2"/>
              </a:rPr>
              <a:t>, </a:t>
            </a:r>
            <a:r>
              <a:rPr lang="ko-KR" altLang="en-US" b="1" dirty="0">
                <a:sym typeface="Wingdings" panose="05000000000000000000" pitchFamily="2" charset="2"/>
              </a:rPr>
              <a:t>경도 기준</a:t>
            </a:r>
            <a:r>
              <a:rPr lang="en-US" altLang="ko-KR" b="1" dirty="0">
                <a:sym typeface="Wingdings" panose="05000000000000000000" pitchFamily="2" charset="2"/>
              </a:rPr>
              <a:t>) </a:t>
            </a:r>
            <a:r>
              <a:rPr lang="ko-KR" altLang="en-US" b="1" dirty="0">
                <a:sym typeface="Wingdings" panose="05000000000000000000" pitchFamily="2" charset="2"/>
              </a:rPr>
              <a:t>사용하여 제어 </a:t>
            </a:r>
            <a:endParaRPr lang="en-US" altLang="ko-KR" b="1" dirty="0"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en-US" altLang="ko-KR" b="1" dirty="0">
                <a:sym typeface="Wingdings" panose="05000000000000000000" pitchFamily="2" charset="2"/>
              </a:rPr>
              <a:t>SET_ATTITUDE_TARGET  </a:t>
            </a:r>
            <a:r>
              <a:rPr lang="ko-KR" altLang="en-US" b="1" dirty="0">
                <a:sym typeface="Wingdings" panose="05000000000000000000" pitchFamily="2" charset="2"/>
              </a:rPr>
              <a:t>원하는 자세 </a:t>
            </a:r>
            <a:r>
              <a:rPr lang="ko-KR" altLang="en-US" b="1" dirty="0" err="1">
                <a:sym typeface="Wingdings" panose="05000000000000000000" pitchFamily="2" charset="2"/>
              </a:rPr>
              <a:t>ㅓ설정</a:t>
            </a:r>
            <a:endParaRPr lang="ko-KR" altLang="en-US" b="1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E09CBFF-CF1C-E414-4FC6-17B33FE11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88" y="2561906"/>
            <a:ext cx="11468100" cy="2358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457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9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DA2A06-7E42-3738-1F8F-BB48A9CC5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74" y="122062"/>
            <a:ext cx="6232310" cy="6610307"/>
          </a:xfrm>
          <a:prstGeom prst="rect">
            <a:avLst/>
          </a:prstGeom>
        </p:spPr>
      </p:pic>
      <p:sp>
        <p:nvSpPr>
          <p:cNvPr id="22" name="Right Triangle 1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13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E0BF509-F938-196B-65CB-F8FCC3AF0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2497" y="1056640"/>
            <a:ext cx="3197660" cy="3125746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6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444095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1519</Words>
  <Application>Microsoft Office PowerPoint</Application>
  <PresentationFormat>와이드스크린</PresentationFormat>
  <Paragraphs>286</Paragraphs>
  <Slides>39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3" baseType="lpstr">
      <vt:lpstr>맑은 고딕</vt:lpstr>
      <vt:lpstr>Arial</vt:lpstr>
      <vt:lpstr>Wingdings</vt:lpstr>
      <vt:lpstr>Office 테마</vt:lpstr>
      <vt:lpstr>Flight Modes Introduction</vt:lpstr>
      <vt:lpstr>Mode 분류</vt:lpstr>
      <vt:lpstr>Manual Mode</vt:lpstr>
      <vt:lpstr>Position Mode</vt:lpstr>
      <vt:lpstr>Position Mode – Detail 1</vt:lpstr>
      <vt:lpstr>Position Mode – Detail 2</vt:lpstr>
      <vt:lpstr>Position Slow Mode</vt:lpstr>
      <vt:lpstr>Position Slow Mode – Detail 1</vt:lpstr>
      <vt:lpstr>Position Slow Mode – Detail 2</vt:lpstr>
      <vt:lpstr>Altitude Mode</vt:lpstr>
      <vt:lpstr>Altitude Mode – Detail</vt:lpstr>
      <vt:lpstr>Stabilized Mode</vt:lpstr>
      <vt:lpstr>Stabilized Mode – Detail</vt:lpstr>
      <vt:lpstr>Altitude Cruise Mode</vt:lpstr>
      <vt:lpstr>Altitude Cruise Mode – Detail</vt:lpstr>
      <vt:lpstr>Acro</vt:lpstr>
      <vt:lpstr>Manual Mode Review</vt:lpstr>
      <vt:lpstr>Autonomous Mode</vt:lpstr>
      <vt:lpstr>Hold Mode</vt:lpstr>
      <vt:lpstr>Hold Mode – Detail</vt:lpstr>
      <vt:lpstr>Return Mode</vt:lpstr>
      <vt:lpstr>Return Mode – Detail 1</vt:lpstr>
      <vt:lpstr>Return Mode – Detail 2</vt:lpstr>
      <vt:lpstr>Mission Mode</vt:lpstr>
      <vt:lpstr>Mission Mode – Detail 1</vt:lpstr>
      <vt:lpstr>Mission Mode – Detail 2</vt:lpstr>
      <vt:lpstr>Takeoff Mode</vt:lpstr>
      <vt:lpstr>Takeoff Mode</vt:lpstr>
      <vt:lpstr>Land Mode</vt:lpstr>
      <vt:lpstr>Land Mode</vt:lpstr>
      <vt:lpstr>Orbit Mode</vt:lpstr>
      <vt:lpstr>Orbit Mode - Detail</vt:lpstr>
      <vt:lpstr>Follow Me Mode</vt:lpstr>
      <vt:lpstr>Follow Me Mode - Detail</vt:lpstr>
      <vt:lpstr>Offboard Mode(외부 제어 모드) </vt:lpstr>
      <vt:lpstr>Offboard Mode – Detail1 </vt:lpstr>
      <vt:lpstr>Offboard Mode – Detail2</vt:lpstr>
      <vt:lpstr>Offboard Mode – Detail3</vt:lpstr>
      <vt:lpstr>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창한 권</dc:creator>
  <cp:lastModifiedBy>창한 권</cp:lastModifiedBy>
  <cp:revision>1</cp:revision>
  <dcterms:created xsi:type="dcterms:W3CDTF">2025-10-30T13:23:22Z</dcterms:created>
  <dcterms:modified xsi:type="dcterms:W3CDTF">2025-11-04T04:12:38Z</dcterms:modified>
</cp:coreProperties>
</file>